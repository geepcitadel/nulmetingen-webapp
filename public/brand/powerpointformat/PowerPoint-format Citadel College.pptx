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661" r:id="rId5"/>
  </p:sldMasterIdLst>
  <p:notesMasterIdLst>
    <p:notesMasterId r:id="rId16"/>
  </p:notesMasterIdLst>
  <p:handoutMasterIdLst>
    <p:handoutMasterId r:id="rId17"/>
  </p:handoutMasterIdLst>
  <p:sldIdLst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4B9"/>
    <a:srgbClr val="F8B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8" autoAdjust="0"/>
  </p:normalViewPr>
  <p:slideViewPr>
    <p:cSldViewPr snapToGrid="0">
      <p:cViewPr>
        <p:scale>
          <a:sx n="113" d="100"/>
          <a:sy n="113" d="100"/>
        </p:scale>
        <p:origin x="510" y="4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15DD61D0-0EFB-C55B-5730-764859ABE5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3C74E195-9D21-0116-65E5-69FFC851D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47795-7A60-42C4-A8A5-7B585991B05E}" type="datetimeFigureOut">
              <a:rPr lang="nl-NL" smtClean="0"/>
              <a:t>9-4-2026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4B2C26A-B9AE-4D95-928A-06332CC5D2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BCBA3B4-5C28-AA3E-555E-440744920C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BA8F0-2DE5-4E0B-9E5D-636A54AE5A4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945069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B8B8F-1853-4BA6-84DE-A61B3D86F6AA}" type="datetimeFigureOut">
              <a:rPr lang="nl-NL" smtClean="0"/>
              <a:t>9-4-2026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82403-D312-452C-8EF4-A5AAB8B062A4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02446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8A10511F-DEAC-6D68-00EF-BE69B94DC6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custGeom>
            <a:avLst/>
            <a:gdLst>
              <a:gd name="csX0" fmla="*/ 1 w 12191999"/>
              <a:gd name="csY0" fmla="*/ 3175 h 6858000"/>
              <a:gd name="csX1" fmla="*/ 1 w 12191999"/>
              <a:gd name="csY1" fmla="*/ 3999621 h 6858000"/>
              <a:gd name="csX2" fmla="*/ 2172350 w 12191999"/>
              <a:gd name="csY2" fmla="*/ 2986997 h 6858000"/>
              <a:gd name="csX3" fmla="*/ 4861169 w 12191999"/>
              <a:gd name="csY3" fmla="*/ 2106317 h 6858000"/>
              <a:gd name="csX4" fmla="*/ 4722914 w 12191999"/>
              <a:gd name="csY4" fmla="*/ 3175 h 6858000"/>
              <a:gd name="csX5" fmla="*/ 0 w 12191999"/>
              <a:gd name="csY5" fmla="*/ 0 h 6858000"/>
              <a:gd name="csX6" fmla="*/ 12191999 w 12191999"/>
              <a:gd name="csY6" fmla="*/ 0 h 6858000"/>
              <a:gd name="csX7" fmla="*/ 12191999 w 12191999"/>
              <a:gd name="csY7" fmla="*/ 6858000 h 6858000"/>
              <a:gd name="csX8" fmla="*/ 0 w 12191999"/>
              <a:gd name="csY8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191999" h="6858000">
                <a:moveTo>
                  <a:pt x="1" y="3175"/>
                </a:moveTo>
                <a:cubicBezTo>
                  <a:pt x="1" y="3999621"/>
                  <a:pt x="1" y="3999621"/>
                  <a:pt x="1" y="3999621"/>
                </a:cubicBezTo>
                <a:cubicBezTo>
                  <a:pt x="654725" y="3475028"/>
                  <a:pt x="1072668" y="3053764"/>
                  <a:pt x="2172350" y="2986997"/>
                </a:cubicBezTo>
                <a:cubicBezTo>
                  <a:pt x="3626410" y="2899565"/>
                  <a:pt x="4331986" y="3031508"/>
                  <a:pt x="4861169" y="2106317"/>
                </a:cubicBezTo>
                <a:cubicBezTo>
                  <a:pt x="5242561" y="1435473"/>
                  <a:pt x="4770588" y="1017389"/>
                  <a:pt x="4722914" y="3175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CD4033-D594-4D61-AE7B-CC8E7CF388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3992881"/>
            <a:ext cx="12191999" cy="2865120"/>
          </a:xfrm>
          <a:gradFill flip="none" rotWithShape="1">
            <a:gsLst>
              <a:gs pos="50000">
                <a:srgbClr val="BFA6D6">
                  <a:alpha val="50000"/>
                </a:srgbClr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7030A0">
                  <a:alpha val="50000"/>
                </a:srgbClr>
              </a:gs>
            </a:gsLst>
            <a:lin ang="5400000" scaled="1"/>
            <a:tileRect/>
          </a:gradFill>
        </p:spPr>
        <p:txBody>
          <a:bodyPr lIns="540000" tIns="756000" rIns="3852000" bIns="360000" anchor="t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[vul titel in]</a:t>
            </a:r>
            <a:endParaRPr lang="nl-NL" dirty="0"/>
          </a:p>
        </p:txBody>
      </p:sp>
      <p:sp>
        <p:nvSpPr>
          <p:cNvPr id="19" name="Tijdelijke aanduiding voor tekst 17">
            <a:extLst>
              <a:ext uri="{FF2B5EF4-FFF2-40B4-BE49-F238E27FC236}">
                <a16:creationId xmlns:a16="http://schemas.microsoft.com/office/drawing/2014/main" id="{2A8A1349-237F-2AAE-47E5-C7544434B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5618" y="5021579"/>
            <a:ext cx="3856382" cy="183642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lnSpc>
                <a:spcPts val="100"/>
              </a:lnSpc>
              <a:buNone/>
              <a:defRPr sz="100" baseline="0"/>
            </a:lvl1pPr>
          </a:lstStyle>
          <a:p>
            <a:pPr lvl="0"/>
            <a:r>
              <a:rPr lang="nl-NL"/>
              <a:t> 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A73B9-0D47-3905-0F54-E6CAD27EAE6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955" y="301632"/>
            <a:ext cx="2844000" cy="232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8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opgave">
    <p:bg>
      <p:bgPr>
        <a:solidFill>
          <a:srgbClr val="DED4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202A639-0A06-CA73-7293-EA83ECA11A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397500"/>
            <a:ext cx="9906000" cy="1460499"/>
          </a:xfrm>
          <a:prstGeom prst="rect">
            <a:avLst/>
          </a:prstGeom>
        </p:spPr>
      </p:pic>
      <p:sp>
        <p:nvSpPr>
          <p:cNvPr id="12" name="Freeform 21">
            <a:extLst>
              <a:ext uri="{FF2B5EF4-FFF2-40B4-BE49-F238E27FC236}">
                <a16:creationId xmlns:a16="http://schemas.microsoft.com/office/drawing/2014/main" id="{6D28191A-68BC-8262-C7E6-DD58A8D3E5AE}"/>
              </a:ext>
            </a:extLst>
          </p:cNvPr>
          <p:cNvSpPr>
            <a:spLocks/>
          </p:cNvSpPr>
          <p:nvPr userDrawn="1"/>
        </p:nvSpPr>
        <p:spPr bwMode="auto">
          <a:xfrm>
            <a:off x="1" y="5432504"/>
            <a:ext cx="1733549" cy="1425496"/>
          </a:xfrm>
          <a:custGeom>
            <a:avLst/>
            <a:gdLst>
              <a:gd name="T0" fmla="*/ 0 w 1087"/>
              <a:gd name="T1" fmla="*/ 893 h 893"/>
              <a:gd name="T2" fmla="*/ 1087 w 1087"/>
              <a:gd name="T3" fmla="*/ 893 h 893"/>
              <a:gd name="T4" fmla="*/ 757 w 1087"/>
              <a:gd name="T5" fmla="*/ 141 h 893"/>
              <a:gd name="T6" fmla="*/ 0 w 1087"/>
              <a:gd name="T7" fmla="*/ 190 h 893"/>
              <a:gd name="T8" fmla="*/ 0 w 1087"/>
              <a:gd name="T9" fmla="*/ 893 h 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7" h="893">
                <a:moveTo>
                  <a:pt x="0" y="893"/>
                </a:moveTo>
                <a:cubicBezTo>
                  <a:pt x="1087" y="893"/>
                  <a:pt x="1087" y="893"/>
                  <a:pt x="1087" y="893"/>
                </a:cubicBezTo>
                <a:cubicBezTo>
                  <a:pt x="1071" y="519"/>
                  <a:pt x="1048" y="308"/>
                  <a:pt x="757" y="141"/>
                </a:cubicBezTo>
                <a:cubicBezTo>
                  <a:pt x="510" y="0"/>
                  <a:pt x="350" y="157"/>
                  <a:pt x="0" y="190"/>
                </a:cubicBezTo>
                <a:lnTo>
                  <a:pt x="0" y="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DB4C86B-F1CB-4EE1-A590-FCF328436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817916"/>
            <a:ext cx="8344852" cy="677108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[titel inhoudsopgave]</a:t>
            </a:r>
            <a:endParaRPr lang="nl-NL" dirty="0"/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F480B0A8-B5F8-455F-AA0F-F65F1BB0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3CB85E5D-8611-4DC1-B375-AD1E4C05477C}" type="slidenum">
              <a:rPr lang="nl-NL" smtClean="0"/>
              <a:pPr/>
              <a:t>‹nr.›</a:t>
            </a:fld>
            <a:endParaRPr lang="nl-NL" b="1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0871B5D-F95B-68F3-2C8C-D3BA87FAE3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1369697"/>
            <a:ext cx="5599112" cy="3971924"/>
          </a:xfrm>
        </p:spPr>
        <p:txBody>
          <a:bodyPr/>
          <a:lstStyle>
            <a:lvl1pPr defTabSz="1795463">
              <a:lnSpc>
                <a:spcPct val="170000"/>
              </a:lnSpc>
              <a:buFont typeface="Arial" panose="020B0604020202020204" pitchFamily="34" charset="0"/>
              <a:buChar char="•"/>
              <a:tabLst>
                <a:tab pos="5310188" algn="r"/>
              </a:tabLst>
              <a:defRPr/>
            </a:lvl1pPr>
          </a:lstStyle>
          <a:p>
            <a:pPr lvl="0"/>
            <a:r>
              <a:rPr lang="nl-NL"/>
              <a:t>[vul inhoud in]	#	</a:t>
            </a:r>
          </a:p>
        </p:txBody>
      </p:sp>
      <p:sp>
        <p:nvSpPr>
          <p:cNvPr id="11" name="Tijdelijke aanduiding voor tekst 17">
            <a:extLst>
              <a:ext uri="{FF2B5EF4-FFF2-40B4-BE49-F238E27FC236}">
                <a16:creationId xmlns:a16="http://schemas.microsoft.com/office/drawing/2014/main" id="{4731552D-A636-BB86-A24C-B0E8C8578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68740" y="-4810"/>
            <a:ext cx="3223260" cy="3971924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lnSpc>
                <a:spcPts val="100"/>
              </a:lnSpc>
              <a:buNone/>
              <a:defRPr sz="100" baseline="0"/>
            </a:lvl1pPr>
          </a:lstStyle>
          <a:p>
            <a:pPr lvl="0"/>
            <a:r>
              <a:rPr lang="nl-NL"/>
              <a:t> 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BB9BB0-5720-2BD3-1B38-AD785C5A63A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0515" y="5861062"/>
            <a:ext cx="945354" cy="7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40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5">
            <a:extLst>
              <a:ext uri="{FF2B5EF4-FFF2-40B4-BE49-F238E27FC236}">
                <a16:creationId xmlns:a16="http://schemas.microsoft.com/office/drawing/2014/main" id="{B55BFF7A-0D69-4151-03E2-A44D10002FA4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3497580" cy="5562600"/>
          </a:xfrm>
          <a:custGeom>
            <a:avLst/>
            <a:gdLst>
              <a:gd name="T0" fmla="*/ 1617 w 2147"/>
              <a:gd name="T1" fmla="*/ 1174 h 3457"/>
              <a:gd name="T2" fmla="*/ 2147 w 2147"/>
              <a:gd name="T3" fmla="*/ 0 h 3457"/>
              <a:gd name="T4" fmla="*/ 0 w 2147"/>
              <a:gd name="T5" fmla="*/ 0 h 3457"/>
              <a:gd name="T6" fmla="*/ 0 w 2147"/>
              <a:gd name="T7" fmla="*/ 3442 h 3457"/>
              <a:gd name="T8" fmla="*/ 1706 w 2147"/>
              <a:gd name="T9" fmla="*/ 2857 h 3457"/>
              <a:gd name="T10" fmla="*/ 1617 w 2147"/>
              <a:gd name="T11" fmla="*/ 1174 h 3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47" h="3457">
                <a:moveTo>
                  <a:pt x="1617" y="1174"/>
                </a:moveTo>
                <a:cubicBezTo>
                  <a:pt x="1646" y="736"/>
                  <a:pt x="1977" y="328"/>
                  <a:pt x="21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442"/>
                  <a:pt x="0" y="3442"/>
                  <a:pt x="0" y="3442"/>
                </a:cubicBezTo>
                <a:cubicBezTo>
                  <a:pt x="910" y="3394"/>
                  <a:pt x="1363" y="3457"/>
                  <a:pt x="1706" y="2857"/>
                </a:cubicBezTo>
                <a:cubicBezTo>
                  <a:pt x="1994" y="2352"/>
                  <a:pt x="1558" y="2060"/>
                  <a:pt x="1617" y="1174"/>
                </a:cubicBezTo>
                <a:close/>
              </a:path>
            </a:pathLst>
          </a:custGeom>
          <a:solidFill>
            <a:srgbClr val="F7B0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E936E7DA-2608-E4D0-D39C-B8E1827275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3418876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1733550 w 12192000"/>
              <a:gd name="csY3" fmla="*/ 6858000 h 6858000"/>
              <a:gd name="csX4" fmla="*/ 1207266 w 12192000"/>
              <a:gd name="csY4" fmla="*/ 5657583 h 6858000"/>
              <a:gd name="csX5" fmla="*/ 1 w 12192000"/>
              <a:gd name="csY5" fmla="*/ 5735801 h 6858000"/>
              <a:gd name="csX6" fmla="*/ 1 w 12192000"/>
              <a:gd name="csY6" fmla="*/ 6858000 h 6858000"/>
              <a:gd name="csX7" fmla="*/ 0 w 12192000"/>
              <a:gd name="csY7" fmla="*/ 6858000 h 6858000"/>
              <a:gd name="csX8" fmla="*/ 0 w 12192000"/>
              <a:gd name="csY8" fmla="*/ 5477769 h 6858000"/>
              <a:gd name="csX9" fmla="*/ 2716629 w 12192000"/>
              <a:gd name="csY9" fmla="*/ 4546771 h 6858000"/>
              <a:gd name="csX10" fmla="*/ 2574906 w 12192000"/>
              <a:gd name="csY10" fmla="*/ 1868362 h 6858000"/>
              <a:gd name="csX11" fmla="*/ 3418876 w 12192000"/>
              <a:gd name="csY11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192000" h="6858000">
                <a:moveTo>
                  <a:pt x="3418876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733550" y="6858000"/>
                </a:lnTo>
                <a:cubicBezTo>
                  <a:pt x="1708033" y="6260984"/>
                  <a:pt x="1671353" y="5924165"/>
                  <a:pt x="1207266" y="5657583"/>
                </a:cubicBezTo>
                <a:cubicBezTo>
                  <a:pt x="813350" y="5432504"/>
                  <a:pt x="558182" y="5683123"/>
                  <a:pt x="1" y="5735801"/>
                </a:cubicBezTo>
                <a:lnTo>
                  <a:pt x="1" y="6858000"/>
                </a:lnTo>
                <a:lnTo>
                  <a:pt x="0" y="6858000"/>
                </a:lnTo>
                <a:lnTo>
                  <a:pt x="0" y="5477769"/>
                </a:lnTo>
                <a:cubicBezTo>
                  <a:pt x="1449081" y="5401379"/>
                  <a:pt x="2170437" y="5501640"/>
                  <a:pt x="2716629" y="4546771"/>
                </a:cubicBezTo>
                <a:cubicBezTo>
                  <a:pt x="3175240" y="3743089"/>
                  <a:pt x="2480955" y="3278386"/>
                  <a:pt x="2574906" y="1868362"/>
                </a:cubicBezTo>
                <a:cubicBezTo>
                  <a:pt x="2621086" y="1171307"/>
                  <a:pt x="3148169" y="521995"/>
                  <a:pt x="341887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tekst 17">
            <a:extLst>
              <a:ext uri="{FF2B5EF4-FFF2-40B4-BE49-F238E27FC236}">
                <a16:creationId xmlns:a16="http://schemas.microsoft.com/office/drawing/2014/main" id="{4731552D-A636-BB86-A24C-B0E8C8578F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17380" y="1409700"/>
            <a:ext cx="2674620" cy="54483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lnSpc>
                <a:spcPts val="100"/>
              </a:lnSpc>
              <a:buNone/>
              <a:defRPr sz="100" baseline="0"/>
            </a:lvl1pPr>
          </a:lstStyle>
          <a:p>
            <a:pPr lvl="0"/>
            <a:r>
              <a:rPr lang="nl-NL"/>
              <a:t> 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DB4C86B-F1CB-4EE1-A590-FCF328436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3545876"/>
            <a:ext cx="8603932" cy="1818604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[vul titel in]</a:t>
            </a:r>
            <a:endParaRPr lang="nl-NL" dirty="0"/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F480B0A8-B5F8-455F-AA0F-F65F1BB0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3CB85E5D-8611-4DC1-B375-AD1E4C05477C}" type="slidenum">
              <a:rPr lang="nl-NL" smtClean="0"/>
              <a:pPr/>
              <a:t>‹nr.›</a:t>
            </a:fld>
            <a:endParaRPr lang="nl-NL" b="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BB9BB0-5720-2BD3-1B38-AD785C5A63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515" y="5861062"/>
            <a:ext cx="945354" cy="7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44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delen [iconen vast]">
    <p:bg>
      <p:bgPr>
        <a:solidFill>
          <a:srgbClr val="F8B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B10C074F-293B-253C-2405-610A2457D5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4064000" cy="36576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4DC3A461-C5B6-EA93-971F-AE8AF81BE47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81850" y="0"/>
            <a:ext cx="5010151" cy="6466256"/>
          </a:xfrm>
          <a:prstGeom prst="rect">
            <a:avLst/>
          </a:prstGeom>
        </p:spPr>
      </p:pic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F480B0A8-B5F8-455F-AA0F-F65F1BB0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 b="1"/>
            </a:lvl1pPr>
          </a:lstStyle>
          <a:p>
            <a:fld id="{3CB85E5D-8611-4DC1-B375-AD1E4C05477C}" type="slidenum">
              <a:rPr lang="nl-NL" smtClean="0"/>
              <a:pPr/>
              <a:t>‹nr.›</a:t>
            </a:fld>
            <a:endParaRPr lang="nl-NL" b="1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5ED51B2-8DCB-BC03-215C-840BBB24CB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75" y="446413"/>
            <a:ext cx="2790000" cy="2279332"/>
          </a:xfrm>
          <a:prstGeom prst="rect">
            <a:avLst/>
          </a:prstGeom>
        </p:spPr>
      </p:pic>
      <p:grpSp>
        <p:nvGrpSpPr>
          <p:cNvPr id="33" name="Groep 32">
            <a:extLst>
              <a:ext uri="{FF2B5EF4-FFF2-40B4-BE49-F238E27FC236}">
                <a16:creationId xmlns:a16="http://schemas.microsoft.com/office/drawing/2014/main" id="{E7841CE8-BFB4-8847-A5E8-BB4B6846D258}"/>
              </a:ext>
            </a:extLst>
          </p:cNvPr>
          <p:cNvGrpSpPr/>
          <p:nvPr userDrawn="1"/>
        </p:nvGrpSpPr>
        <p:grpSpPr>
          <a:xfrm>
            <a:off x="715963" y="3384550"/>
            <a:ext cx="331787" cy="1493042"/>
            <a:chOff x="715963" y="3511550"/>
            <a:chExt cx="314325" cy="1414463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4BAC75-77A9-0B9A-14CA-B927CAA7B9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5963" y="3511550"/>
              <a:ext cx="287338" cy="1309688"/>
            </a:xfrm>
            <a:custGeom>
              <a:avLst/>
              <a:gdLst>
                <a:gd name="T0" fmla="*/ 194 w 194"/>
                <a:gd name="T1" fmla="*/ 887 h 887"/>
                <a:gd name="T2" fmla="*/ 92 w 194"/>
                <a:gd name="T3" fmla="*/ 887 h 887"/>
                <a:gd name="T4" fmla="*/ 0 w 194"/>
                <a:gd name="T5" fmla="*/ 796 h 887"/>
                <a:gd name="T6" fmla="*/ 0 w 194"/>
                <a:gd name="T7" fmla="*/ 0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4" h="887">
                  <a:moveTo>
                    <a:pt x="194" y="887"/>
                  </a:moveTo>
                  <a:cubicBezTo>
                    <a:pt x="92" y="887"/>
                    <a:pt x="92" y="887"/>
                    <a:pt x="92" y="887"/>
                  </a:cubicBezTo>
                  <a:cubicBezTo>
                    <a:pt x="42" y="887"/>
                    <a:pt x="0" y="846"/>
                    <a:pt x="0" y="79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59429CB8-36FA-1A14-9063-8FD4B7E0FA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1700" y="4718050"/>
              <a:ext cx="128588" cy="207963"/>
            </a:xfrm>
            <a:custGeom>
              <a:avLst/>
              <a:gdLst>
                <a:gd name="T0" fmla="*/ 4 w 88"/>
                <a:gd name="T1" fmla="*/ 137 h 141"/>
                <a:gd name="T2" fmla="*/ 4 w 88"/>
                <a:gd name="T3" fmla="*/ 137 h 141"/>
                <a:gd name="T4" fmla="*/ 4 w 88"/>
                <a:gd name="T5" fmla="*/ 124 h 141"/>
                <a:gd name="T6" fmla="*/ 62 w 88"/>
                <a:gd name="T7" fmla="*/ 70 h 141"/>
                <a:gd name="T8" fmla="*/ 4 w 88"/>
                <a:gd name="T9" fmla="*/ 16 h 141"/>
                <a:gd name="T10" fmla="*/ 4 w 88"/>
                <a:gd name="T11" fmla="*/ 4 h 141"/>
                <a:gd name="T12" fmla="*/ 16 w 88"/>
                <a:gd name="T13" fmla="*/ 3 h 141"/>
                <a:gd name="T14" fmla="*/ 88 w 88"/>
                <a:gd name="T15" fmla="*/ 70 h 141"/>
                <a:gd name="T16" fmla="*/ 16 w 88"/>
                <a:gd name="T17" fmla="*/ 137 h 141"/>
                <a:gd name="T18" fmla="*/ 4 w 88"/>
                <a:gd name="T19" fmla="*/ 13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141">
                  <a:moveTo>
                    <a:pt x="4" y="137"/>
                  </a:moveTo>
                  <a:cubicBezTo>
                    <a:pt x="4" y="137"/>
                    <a:pt x="4" y="137"/>
                    <a:pt x="4" y="137"/>
                  </a:cubicBezTo>
                  <a:cubicBezTo>
                    <a:pt x="0" y="133"/>
                    <a:pt x="1" y="128"/>
                    <a:pt x="4" y="124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" y="13"/>
                    <a:pt x="0" y="7"/>
                    <a:pt x="4" y="4"/>
                  </a:cubicBezTo>
                  <a:cubicBezTo>
                    <a:pt x="7" y="0"/>
                    <a:pt x="13" y="0"/>
                    <a:pt x="16" y="3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16" y="137"/>
                    <a:pt x="16" y="137"/>
                    <a:pt x="16" y="137"/>
                  </a:cubicBezTo>
                  <a:cubicBezTo>
                    <a:pt x="13" y="141"/>
                    <a:pt x="7" y="140"/>
                    <a:pt x="4" y="137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C3BE34CF-6ED4-0D01-C6AD-24DA44DDFF9F}"/>
              </a:ext>
            </a:extLst>
          </p:cNvPr>
          <p:cNvGrpSpPr/>
          <p:nvPr userDrawn="1"/>
        </p:nvGrpSpPr>
        <p:grpSpPr>
          <a:xfrm>
            <a:off x="5049837" y="3871913"/>
            <a:ext cx="1168401" cy="315912"/>
            <a:chOff x="4745038" y="3973513"/>
            <a:chExt cx="1074738" cy="315912"/>
          </a:xfrm>
        </p:grpSpPr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1C154218-2165-C082-593C-CA62CF203A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5038" y="3973513"/>
              <a:ext cx="1047750" cy="212725"/>
            </a:xfrm>
            <a:custGeom>
              <a:avLst/>
              <a:gdLst>
                <a:gd name="T0" fmla="*/ 710 w 710"/>
                <a:gd name="T1" fmla="*/ 144 h 144"/>
                <a:gd name="T2" fmla="*/ 92 w 710"/>
                <a:gd name="T3" fmla="*/ 144 h 144"/>
                <a:gd name="T4" fmla="*/ 0 w 710"/>
                <a:gd name="T5" fmla="*/ 52 h 144"/>
                <a:gd name="T6" fmla="*/ 0 w 710"/>
                <a:gd name="T7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0" h="144">
                  <a:moveTo>
                    <a:pt x="710" y="144"/>
                  </a:moveTo>
                  <a:cubicBezTo>
                    <a:pt x="92" y="144"/>
                    <a:pt x="92" y="144"/>
                    <a:pt x="92" y="144"/>
                  </a:cubicBezTo>
                  <a:cubicBezTo>
                    <a:pt x="41" y="144"/>
                    <a:pt x="0" y="103"/>
                    <a:pt x="0" y="5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FDB371A1-CB4B-2735-2645-FB94BE6E39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91188" y="4083050"/>
              <a:ext cx="128588" cy="206375"/>
            </a:xfrm>
            <a:custGeom>
              <a:avLst/>
              <a:gdLst>
                <a:gd name="T0" fmla="*/ 4 w 88"/>
                <a:gd name="T1" fmla="*/ 136 h 140"/>
                <a:gd name="T2" fmla="*/ 4 w 88"/>
                <a:gd name="T3" fmla="*/ 136 h 140"/>
                <a:gd name="T4" fmla="*/ 4 w 88"/>
                <a:gd name="T5" fmla="*/ 124 h 140"/>
                <a:gd name="T6" fmla="*/ 62 w 88"/>
                <a:gd name="T7" fmla="*/ 70 h 140"/>
                <a:gd name="T8" fmla="*/ 4 w 88"/>
                <a:gd name="T9" fmla="*/ 16 h 140"/>
                <a:gd name="T10" fmla="*/ 4 w 88"/>
                <a:gd name="T11" fmla="*/ 3 h 140"/>
                <a:gd name="T12" fmla="*/ 16 w 88"/>
                <a:gd name="T13" fmla="*/ 3 h 140"/>
                <a:gd name="T14" fmla="*/ 88 w 88"/>
                <a:gd name="T15" fmla="*/ 70 h 140"/>
                <a:gd name="T16" fmla="*/ 16 w 88"/>
                <a:gd name="T17" fmla="*/ 137 h 140"/>
                <a:gd name="T18" fmla="*/ 4 w 88"/>
                <a:gd name="T19" fmla="*/ 136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140">
                  <a:moveTo>
                    <a:pt x="4" y="136"/>
                  </a:moveTo>
                  <a:cubicBezTo>
                    <a:pt x="4" y="136"/>
                    <a:pt x="4" y="136"/>
                    <a:pt x="4" y="136"/>
                  </a:cubicBezTo>
                  <a:cubicBezTo>
                    <a:pt x="0" y="133"/>
                    <a:pt x="0" y="127"/>
                    <a:pt x="4" y="124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0" y="13"/>
                    <a:pt x="0" y="7"/>
                    <a:pt x="4" y="3"/>
                  </a:cubicBezTo>
                  <a:cubicBezTo>
                    <a:pt x="7" y="0"/>
                    <a:pt x="13" y="0"/>
                    <a:pt x="16" y="3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16" y="137"/>
                    <a:pt x="16" y="137"/>
                    <a:pt x="16" y="137"/>
                  </a:cubicBezTo>
                  <a:cubicBezTo>
                    <a:pt x="13" y="140"/>
                    <a:pt x="7" y="140"/>
                    <a:pt x="4" y="136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30" name="Groep 29">
            <a:extLst>
              <a:ext uri="{FF2B5EF4-FFF2-40B4-BE49-F238E27FC236}">
                <a16:creationId xmlns:a16="http://schemas.microsoft.com/office/drawing/2014/main" id="{64F99108-34E3-ACDF-4803-29C2326BA727}"/>
              </a:ext>
            </a:extLst>
          </p:cNvPr>
          <p:cNvGrpSpPr/>
          <p:nvPr userDrawn="1"/>
        </p:nvGrpSpPr>
        <p:grpSpPr>
          <a:xfrm>
            <a:off x="3397999" y="1422400"/>
            <a:ext cx="850899" cy="958625"/>
            <a:chOff x="3203575" y="1727200"/>
            <a:chExt cx="803275" cy="882651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690E5C05-5947-6E24-5E76-87E973DA5F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03575" y="1830388"/>
              <a:ext cx="774700" cy="779463"/>
            </a:xfrm>
            <a:custGeom>
              <a:avLst/>
              <a:gdLst>
                <a:gd name="T0" fmla="*/ 525 w 525"/>
                <a:gd name="T1" fmla="*/ 0 h 528"/>
                <a:gd name="T2" fmla="*/ 423 w 525"/>
                <a:gd name="T3" fmla="*/ 0 h 528"/>
                <a:gd name="T4" fmla="*/ 331 w 525"/>
                <a:gd name="T5" fmla="*/ 92 h 528"/>
                <a:gd name="T6" fmla="*/ 331 w 525"/>
                <a:gd name="T7" fmla="*/ 271 h 528"/>
                <a:gd name="T8" fmla="*/ 75 w 525"/>
                <a:gd name="T9" fmla="*/ 528 h 528"/>
                <a:gd name="T10" fmla="*/ 0 w 525"/>
                <a:gd name="T11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5" h="528">
                  <a:moveTo>
                    <a:pt x="525" y="0"/>
                  </a:moveTo>
                  <a:cubicBezTo>
                    <a:pt x="423" y="0"/>
                    <a:pt x="423" y="0"/>
                    <a:pt x="423" y="0"/>
                  </a:cubicBezTo>
                  <a:cubicBezTo>
                    <a:pt x="372" y="0"/>
                    <a:pt x="331" y="41"/>
                    <a:pt x="331" y="92"/>
                  </a:cubicBezTo>
                  <a:cubicBezTo>
                    <a:pt x="331" y="271"/>
                    <a:pt x="331" y="271"/>
                    <a:pt x="331" y="271"/>
                  </a:cubicBezTo>
                  <a:cubicBezTo>
                    <a:pt x="331" y="413"/>
                    <a:pt x="216" y="528"/>
                    <a:pt x="75" y="528"/>
                  </a:cubicBezTo>
                  <a:cubicBezTo>
                    <a:pt x="0" y="528"/>
                    <a:pt x="0" y="528"/>
                    <a:pt x="0" y="528"/>
                  </a:cubicBezTo>
                </a:path>
              </a:pathLst>
            </a:cu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2D17D963-57B7-F238-D6E2-5A6443A766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6675" y="1727200"/>
              <a:ext cx="130175" cy="206375"/>
            </a:xfrm>
            <a:custGeom>
              <a:avLst/>
              <a:gdLst>
                <a:gd name="T0" fmla="*/ 3 w 88"/>
                <a:gd name="T1" fmla="*/ 3 h 140"/>
                <a:gd name="T2" fmla="*/ 3 w 88"/>
                <a:gd name="T3" fmla="*/ 3 h 140"/>
                <a:gd name="T4" fmla="*/ 4 w 88"/>
                <a:gd name="T5" fmla="*/ 16 h 140"/>
                <a:gd name="T6" fmla="*/ 62 w 88"/>
                <a:gd name="T7" fmla="*/ 70 h 140"/>
                <a:gd name="T8" fmla="*/ 4 w 88"/>
                <a:gd name="T9" fmla="*/ 124 h 140"/>
                <a:gd name="T10" fmla="*/ 3 w 88"/>
                <a:gd name="T11" fmla="*/ 136 h 140"/>
                <a:gd name="T12" fmla="*/ 16 w 88"/>
                <a:gd name="T13" fmla="*/ 137 h 140"/>
                <a:gd name="T14" fmla="*/ 88 w 88"/>
                <a:gd name="T15" fmla="*/ 70 h 140"/>
                <a:gd name="T16" fmla="*/ 16 w 88"/>
                <a:gd name="T17" fmla="*/ 3 h 140"/>
                <a:gd name="T18" fmla="*/ 3 w 88"/>
                <a:gd name="T19" fmla="*/ 3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140"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0" y="7"/>
                    <a:pt x="0" y="13"/>
                    <a:pt x="4" y="16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4" y="124"/>
                    <a:pt x="4" y="124"/>
                    <a:pt x="4" y="124"/>
                  </a:cubicBezTo>
                  <a:cubicBezTo>
                    <a:pt x="0" y="127"/>
                    <a:pt x="0" y="133"/>
                    <a:pt x="3" y="136"/>
                  </a:cubicBezTo>
                  <a:cubicBezTo>
                    <a:pt x="7" y="140"/>
                    <a:pt x="12" y="140"/>
                    <a:pt x="16" y="137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2" y="0"/>
                    <a:pt x="7" y="0"/>
                    <a:pt x="3" y="3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29" name="Groep 28">
            <a:extLst>
              <a:ext uri="{FF2B5EF4-FFF2-40B4-BE49-F238E27FC236}">
                <a16:creationId xmlns:a16="http://schemas.microsoft.com/office/drawing/2014/main" id="{F4C468F5-8A88-8059-C5BC-708D08367B1A}"/>
              </a:ext>
            </a:extLst>
          </p:cNvPr>
          <p:cNvGrpSpPr/>
          <p:nvPr userDrawn="1"/>
        </p:nvGrpSpPr>
        <p:grpSpPr>
          <a:xfrm>
            <a:off x="4878585" y="2396656"/>
            <a:ext cx="207963" cy="358775"/>
            <a:chOff x="4589463" y="2605088"/>
            <a:chExt cx="207963" cy="358775"/>
          </a:xfrm>
        </p:grpSpPr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AC325FF7-4879-C534-A24F-A3C0209F8D2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4694238" y="2605088"/>
              <a:ext cx="0" cy="330200"/>
            </a:xfrm>
            <a:prstGeom prst="line">
              <a:avLst/>
            </a:pr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E70C8DBA-24AC-5C87-B315-672EBA29E3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9463" y="2833688"/>
              <a:ext cx="207963" cy="130175"/>
            </a:xfrm>
            <a:custGeom>
              <a:avLst/>
              <a:gdLst>
                <a:gd name="T0" fmla="*/ 4 w 141"/>
                <a:gd name="T1" fmla="*/ 4 h 88"/>
                <a:gd name="T2" fmla="*/ 4 w 141"/>
                <a:gd name="T3" fmla="*/ 4 h 88"/>
                <a:gd name="T4" fmla="*/ 17 w 141"/>
                <a:gd name="T5" fmla="*/ 4 h 88"/>
                <a:gd name="T6" fmla="*/ 71 w 141"/>
                <a:gd name="T7" fmla="*/ 62 h 88"/>
                <a:gd name="T8" fmla="*/ 125 w 141"/>
                <a:gd name="T9" fmla="*/ 4 h 88"/>
                <a:gd name="T10" fmla="*/ 137 w 141"/>
                <a:gd name="T11" fmla="*/ 4 h 88"/>
                <a:gd name="T12" fmla="*/ 138 w 141"/>
                <a:gd name="T13" fmla="*/ 16 h 88"/>
                <a:gd name="T14" fmla="*/ 71 w 141"/>
                <a:gd name="T15" fmla="*/ 88 h 88"/>
                <a:gd name="T16" fmla="*/ 4 w 141"/>
                <a:gd name="T17" fmla="*/ 16 h 88"/>
                <a:gd name="T18" fmla="*/ 4 w 141"/>
                <a:gd name="T19" fmla="*/ 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88"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8" y="0"/>
                    <a:pt x="13" y="0"/>
                    <a:pt x="17" y="4"/>
                  </a:cubicBezTo>
                  <a:cubicBezTo>
                    <a:pt x="71" y="62"/>
                    <a:pt x="71" y="62"/>
                    <a:pt x="71" y="62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8" y="0"/>
                    <a:pt x="134" y="0"/>
                    <a:pt x="137" y="4"/>
                  </a:cubicBezTo>
                  <a:cubicBezTo>
                    <a:pt x="141" y="7"/>
                    <a:pt x="141" y="13"/>
                    <a:pt x="138" y="16"/>
                  </a:cubicBezTo>
                  <a:cubicBezTo>
                    <a:pt x="71" y="88"/>
                    <a:pt x="71" y="88"/>
                    <a:pt x="71" y="8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0" y="13"/>
                    <a:pt x="1" y="7"/>
                    <a:pt x="4" y="4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32" name="Groep 31">
            <a:extLst>
              <a:ext uri="{FF2B5EF4-FFF2-40B4-BE49-F238E27FC236}">
                <a16:creationId xmlns:a16="http://schemas.microsoft.com/office/drawing/2014/main" id="{C8C660BB-B30C-2F3D-813E-8A104199CE8C}"/>
              </a:ext>
            </a:extLst>
          </p:cNvPr>
          <p:cNvGrpSpPr/>
          <p:nvPr userDrawn="1"/>
        </p:nvGrpSpPr>
        <p:grpSpPr>
          <a:xfrm>
            <a:off x="9496425" y="3927475"/>
            <a:ext cx="207963" cy="314325"/>
            <a:chOff x="8880475" y="4032250"/>
            <a:chExt cx="207963" cy="314325"/>
          </a:xfrm>
        </p:grpSpPr>
        <p:sp>
          <p:nvSpPr>
            <p:cNvPr id="24" name="Line 13">
              <a:extLst>
                <a:ext uri="{FF2B5EF4-FFF2-40B4-BE49-F238E27FC236}">
                  <a16:creationId xmlns:a16="http://schemas.microsoft.com/office/drawing/2014/main" id="{C1A92BBD-627E-B349-A019-FF1E3B48E14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983663" y="4032250"/>
              <a:ext cx="0" cy="285750"/>
            </a:xfrm>
            <a:prstGeom prst="line">
              <a:avLst/>
            </a:pr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17F4BCCF-A00D-DE42-50F2-01E920331F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80475" y="4216400"/>
              <a:ext cx="207963" cy="130175"/>
            </a:xfrm>
            <a:custGeom>
              <a:avLst/>
              <a:gdLst>
                <a:gd name="T0" fmla="*/ 4 w 141"/>
                <a:gd name="T1" fmla="*/ 3 h 88"/>
                <a:gd name="T2" fmla="*/ 4 w 141"/>
                <a:gd name="T3" fmla="*/ 3 h 88"/>
                <a:gd name="T4" fmla="*/ 17 w 141"/>
                <a:gd name="T5" fmla="*/ 4 h 88"/>
                <a:gd name="T6" fmla="*/ 70 w 141"/>
                <a:gd name="T7" fmla="*/ 61 h 88"/>
                <a:gd name="T8" fmla="*/ 124 w 141"/>
                <a:gd name="T9" fmla="*/ 4 h 88"/>
                <a:gd name="T10" fmla="*/ 137 w 141"/>
                <a:gd name="T11" fmla="*/ 3 h 88"/>
                <a:gd name="T12" fmla="*/ 137 w 141"/>
                <a:gd name="T13" fmla="*/ 16 h 88"/>
                <a:gd name="T14" fmla="*/ 70 w 141"/>
                <a:gd name="T15" fmla="*/ 88 h 88"/>
                <a:gd name="T16" fmla="*/ 3 w 141"/>
                <a:gd name="T17" fmla="*/ 16 h 88"/>
                <a:gd name="T18" fmla="*/ 4 w 141"/>
                <a:gd name="T19" fmla="*/ 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8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8" y="0"/>
                    <a:pt x="13" y="0"/>
                    <a:pt x="17" y="4"/>
                  </a:cubicBezTo>
                  <a:cubicBezTo>
                    <a:pt x="70" y="61"/>
                    <a:pt x="70" y="61"/>
                    <a:pt x="70" y="61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8" y="0"/>
                    <a:pt x="133" y="0"/>
                    <a:pt x="137" y="3"/>
                  </a:cubicBezTo>
                  <a:cubicBezTo>
                    <a:pt x="141" y="6"/>
                    <a:pt x="141" y="12"/>
                    <a:pt x="137" y="16"/>
                  </a:cubicBezTo>
                  <a:cubicBezTo>
                    <a:pt x="70" y="88"/>
                    <a:pt x="70" y="88"/>
                    <a:pt x="70" y="88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2"/>
                    <a:pt x="0" y="6"/>
                    <a:pt x="4" y="3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31" name="Groep 30">
            <a:extLst>
              <a:ext uri="{FF2B5EF4-FFF2-40B4-BE49-F238E27FC236}">
                <a16:creationId xmlns:a16="http://schemas.microsoft.com/office/drawing/2014/main" id="{4DEAD777-2CE4-A337-FEEA-4506B5A3166C}"/>
              </a:ext>
            </a:extLst>
          </p:cNvPr>
          <p:cNvGrpSpPr/>
          <p:nvPr userDrawn="1"/>
        </p:nvGrpSpPr>
        <p:grpSpPr>
          <a:xfrm>
            <a:off x="9459913" y="1963738"/>
            <a:ext cx="207963" cy="315912"/>
            <a:chOff x="8843963" y="2208213"/>
            <a:chExt cx="207963" cy="315912"/>
          </a:xfrm>
        </p:grpSpPr>
        <p:sp>
          <p:nvSpPr>
            <p:cNvPr id="26" name="Line 15">
              <a:extLst>
                <a:ext uri="{FF2B5EF4-FFF2-40B4-BE49-F238E27FC236}">
                  <a16:creationId xmlns:a16="http://schemas.microsoft.com/office/drawing/2014/main" id="{3DB88F76-C46F-4930-9091-0536A229B5B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948738" y="2208213"/>
              <a:ext cx="0" cy="287338"/>
            </a:xfrm>
            <a:prstGeom prst="line">
              <a:avLst/>
            </a:pr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2A973CA1-67EC-D6D4-3847-67004F8F92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43963" y="2393950"/>
              <a:ext cx="207963" cy="130175"/>
            </a:xfrm>
            <a:custGeom>
              <a:avLst/>
              <a:gdLst>
                <a:gd name="T0" fmla="*/ 4 w 141"/>
                <a:gd name="T1" fmla="*/ 4 h 88"/>
                <a:gd name="T2" fmla="*/ 4 w 141"/>
                <a:gd name="T3" fmla="*/ 4 h 88"/>
                <a:gd name="T4" fmla="*/ 17 w 141"/>
                <a:gd name="T5" fmla="*/ 4 h 88"/>
                <a:gd name="T6" fmla="*/ 71 w 141"/>
                <a:gd name="T7" fmla="*/ 62 h 88"/>
                <a:gd name="T8" fmla="*/ 125 w 141"/>
                <a:gd name="T9" fmla="*/ 4 h 88"/>
                <a:gd name="T10" fmla="*/ 137 w 141"/>
                <a:gd name="T11" fmla="*/ 4 h 88"/>
                <a:gd name="T12" fmla="*/ 138 w 141"/>
                <a:gd name="T13" fmla="*/ 16 h 88"/>
                <a:gd name="T14" fmla="*/ 71 w 141"/>
                <a:gd name="T15" fmla="*/ 88 h 88"/>
                <a:gd name="T16" fmla="*/ 4 w 141"/>
                <a:gd name="T17" fmla="*/ 16 h 88"/>
                <a:gd name="T18" fmla="*/ 4 w 141"/>
                <a:gd name="T19" fmla="*/ 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88"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8" y="0"/>
                    <a:pt x="14" y="1"/>
                    <a:pt x="17" y="4"/>
                  </a:cubicBezTo>
                  <a:cubicBezTo>
                    <a:pt x="71" y="62"/>
                    <a:pt x="71" y="62"/>
                    <a:pt x="71" y="62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8" y="1"/>
                    <a:pt x="134" y="0"/>
                    <a:pt x="137" y="4"/>
                  </a:cubicBezTo>
                  <a:cubicBezTo>
                    <a:pt x="141" y="7"/>
                    <a:pt x="141" y="13"/>
                    <a:pt x="138" y="16"/>
                  </a:cubicBezTo>
                  <a:cubicBezTo>
                    <a:pt x="71" y="88"/>
                    <a:pt x="71" y="88"/>
                    <a:pt x="71" y="8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0" y="13"/>
                    <a:pt x="1" y="7"/>
                    <a:pt x="4" y="4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B64EB474-B5E3-C27F-CC2B-73BD88B5A154}"/>
              </a:ext>
            </a:extLst>
          </p:cNvPr>
          <p:cNvGrpSpPr/>
          <p:nvPr userDrawn="1"/>
        </p:nvGrpSpPr>
        <p:grpSpPr>
          <a:xfrm rot="16200000">
            <a:off x="2726669" y="4582670"/>
            <a:ext cx="207963" cy="358775"/>
            <a:chOff x="4589463" y="2605088"/>
            <a:chExt cx="207963" cy="358775"/>
          </a:xfrm>
        </p:grpSpPr>
        <p:sp>
          <p:nvSpPr>
            <p:cNvPr id="35" name="Line 11">
              <a:extLst>
                <a:ext uri="{FF2B5EF4-FFF2-40B4-BE49-F238E27FC236}">
                  <a16:creationId xmlns:a16="http://schemas.microsoft.com/office/drawing/2014/main" id="{61CE0BA9-69D5-E949-1CF2-35339609A04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4694238" y="2605088"/>
              <a:ext cx="0" cy="330200"/>
            </a:xfrm>
            <a:prstGeom prst="line">
              <a:avLst/>
            </a:pr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36" name="Freeform 12">
              <a:extLst>
                <a:ext uri="{FF2B5EF4-FFF2-40B4-BE49-F238E27FC236}">
                  <a16:creationId xmlns:a16="http://schemas.microsoft.com/office/drawing/2014/main" id="{7B19B429-6E29-EB03-CA3A-F6601033B8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9463" y="2833688"/>
              <a:ext cx="207963" cy="130175"/>
            </a:xfrm>
            <a:custGeom>
              <a:avLst/>
              <a:gdLst>
                <a:gd name="T0" fmla="*/ 4 w 141"/>
                <a:gd name="T1" fmla="*/ 4 h 88"/>
                <a:gd name="T2" fmla="*/ 4 w 141"/>
                <a:gd name="T3" fmla="*/ 4 h 88"/>
                <a:gd name="T4" fmla="*/ 17 w 141"/>
                <a:gd name="T5" fmla="*/ 4 h 88"/>
                <a:gd name="T6" fmla="*/ 71 w 141"/>
                <a:gd name="T7" fmla="*/ 62 h 88"/>
                <a:gd name="T8" fmla="*/ 125 w 141"/>
                <a:gd name="T9" fmla="*/ 4 h 88"/>
                <a:gd name="T10" fmla="*/ 137 w 141"/>
                <a:gd name="T11" fmla="*/ 4 h 88"/>
                <a:gd name="T12" fmla="*/ 138 w 141"/>
                <a:gd name="T13" fmla="*/ 16 h 88"/>
                <a:gd name="T14" fmla="*/ 71 w 141"/>
                <a:gd name="T15" fmla="*/ 88 h 88"/>
                <a:gd name="T16" fmla="*/ 4 w 141"/>
                <a:gd name="T17" fmla="*/ 16 h 88"/>
                <a:gd name="T18" fmla="*/ 4 w 141"/>
                <a:gd name="T19" fmla="*/ 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88"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8" y="0"/>
                    <a:pt x="13" y="0"/>
                    <a:pt x="17" y="4"/>
                  </a:cubicBezTo>
                  <a:cubicBezTo>
                    <a:pt x="71" y="62"/>
                    <a:pt x="71" y="62"/>
                    <a:pt x="71" y="62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8" y="0"/>
                    <a:pt x="134" y="0"/>
                    <a:pt x="137" y="4"/>
                  </a:cubicBezTo>
                  <a:cubicBezTo>
                    <a:pt x="141" y="7"/>
                    <a:pt x="141" y="13"/>
                    <a:pt x="138" y="16"/>
                  </a:cubicBezTo>
                  <a:cubicBezTo>
                    <a:pt x="71" y="88"/>
                    <a:pt x="71" y="88"/>
                    <a:pt x="71" y="8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0" y="13"/>
                    <a:pt x="1" y="7"/>
                    <a:pt x="4" y="4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59" name="Groep 58">
            <a:extLst>
              <a:ext uri="{FF2B5EF4-FFF2-40B4-BE49-F238E27FC236}">
                <a16:creationId xmlns:a16="http://schemas.microsoft.com/office/drawing/2014/main" id="{5B26B7FB-A5D8-CB79-F784-CBDC117732C5}"/>
              </a:ext>
            </a:extLst>
          </p:cNvPr>
          <p:cNvGrpSpPr/>
          <p:nvPr userDrawn="1"/>
        </p:nvGrpSpPr>
        <p:grpSpPr>
          <a:xfrm>
            <a:off x="1200940" y="4386844"/>
            <a:ext cx="1236011" cy="1222897"/>
            <a:chOff x="3150927" y="3409129"/>
            <a:chExt cx="1297133" cy="1283371"/>
          </a:xfrm>
        </p:grpSpPr>
        <p:grpSp>
          <p:nvGrpSpPr>
            <p:cNvPr id="40" name="Graphic 37">
              <a:extLst>
                <a:ext uri="{FF2B5EF4-FFF2-40B4-BE49-F238E27FC236}">
                  <a16:creationId xmlns:a16="http://schemas.microsoft.com/office/drawing/2014/main" id="{E4C239B5-D59F-F3C8-1EF6-E78E5D3B9DB3}"/>
                </a:ext>
              </a:extLst>
            </p:cNvPr>
            <p:cNvGrpSpPr/>
            <p:nvPr/>
          </p:nvGrpSpPr>
          <p:grpSpPr>
            <a:xfrm>
              <a:off x="3150927" y="3867202"/>
              <a:ext cx="1297133" cy="825298"/>
              <a:chOff x="3150927" y="3867202"/>
              <a:chExt cx="1297133" cy="825298"/>
            </a:xfrm>
            <a:noFill/>
          </p:grpSpPr>
          <p:sp>
            <p:nvSpPr>
              <p:cNvPr id="41" name="Vrije vorm: vorm 40">
                <a:extLst>
                  <a:ext uri="{FF2B5EF4-FFF2-40B4-BE49-F238E27FC236}">
                    <a16:creationId xmlns:a16="http://schemas.microsoft.com/office/drawing/2014/main" id="{403DD1FB-1393-F193-DAEC-250D7E2D3650}"/>
                  </a:ext>
                </a:extLst>
              </p:cNvPr>
              <p:cNvSpPr/>
              <p:nvPr/>
            </p:nvSpPr>
            <p:spPr>
              <a:xfrm>
                <a:off x="3731433" y="4692500"/>
                <a:ext cx="133864" cy="7520"/>
              </a:xfrm>
              <a:custGeom>
                <a:avLst/>
                <a:gdLst>
                  <a:gd name="csX0" fmla="*/ 0 w 133864"/>
                  <a:gd name="csY0" fmla="*/ 0 h 7520"/>
                  <a:gd name="csX1" fmla="*/ 133865 w 133864"/>
                  <a:gd name="csY1" fmla="*/ 0 h 7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3864" h="7520">
                    <a:moveTo>
                      <a:pt x="0" y="0"/>
                    </a:moveTo>
                    <a:lnTo>
                      <a:pt x="133865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2" name="Vrije vorm: vorm 41">
                <a:extLst>
                  <a:ext uri="{FF2B5EF4-FFF2-40B4-BE49-F238E27FC236}">
                    <a16:creationId xmlns:a16="http://schemas.microsoft.com/office/drawing/2014/main" id="{580CC085-55AE-1FBA-6ED8-74969543B64D}"/>
                  </a:ext>
                </a:extLst>
              </p:cNvPr>
              <p:cNvSpPr/>
              <p:nvPr/>
            </p:nvSpPr>
            <p:spPr>
              <a:xfrm>
                <a:off x="3259974" y="4692500"/>
                <a:ext cx="149657" cy="7520"/>
              </a:xfrm>
              <a:custGeom>
                <a:avLst/>
                <a:gdLst>
                  <a:gd name="csX0" fmla="*/ 149658 w 149657"/>
                  <a:gd name="csY0" fmla="*/ 0 h 7520"/>
                  <a:gd name="csX1" fmla="*/ 0 w 149657"/>
                  <a:gd name="csY1" fmla="*/ 0 h 7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9657" h="7520">
                    <a:moveTo>
                      <a:pt x="149658" y="0"/>
                    </a:moveTo>
                    <a:lnTo>
                      <a:pt x="0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3" name="Vrije vorm: vorm 42">
                <a:extLst>
                  <a:ext uri="{FF2B5EF4-FFF2-40B4-BE49-F238E27FC236}">
                    <a16:creationId xmlns:a16="http://schemas.microsoft.com/office/drawing/2014/main" id="{6E6E4410-4FAA-84FF-B4EF-53A4A1B2B7E4}"/>
                  </a:ext>
                </a:extLst>
              </p:cNvPr>
              <p:cNvSpPr/>
              <p:nvPr/>
            </p:nvSpPr>
            <p:spPr>
              <a:xfrm>
                <a:off x="3334803" y="4447708"/>
                <a:ext cx="7520" cy="244791"/>
              </a:xfrm>
              <a:custGeom>
                <a:avLst/>
                <a:gdLst>
                  <a:gd name="csX0" fmla="*/ 0 w 7520"/>
                  <a:gd name="csY0" fmla="*/ 0 h 244791"/>
                  <a:gd name="csX1" fmla="*/ 0 w 7520"/>
                  <a:gd name="csY1" fmla="*/ 244792 h 2447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20" h="244791">
                    <a:moveTo>
                      <a:pt x="0" y="0"/>
                    </a:moveTo>
                    <a:lnTo>
                      <a:pt x="0" y="244792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4" name="Vrije vorm: vorm 43">
                <a:extLst>
                  <a:ext uri="{FF2B5EF4-FFF2-40B4-BE49-F238E27FC236}">
                    <a16:creationId xmlns:a16="http://schemas.microsoft.com/office/drawing/2014/main" id="{173685AC-7C02-7F14-D608-B010D498936E}"/>
                  </a:ext>
                </a:extLst>
              </p:cNvPr>
              <p:cNvSpPr/>
              <p:nvPr/>
            </p:nvSpPr>
            <p:spPr>
              <a:xfrm>
                <a:off x="3150927" y="3954816"/>
                <a:ext cx="367826" cy="492892"/>
              </a:xfrm>
              <a:custGeom>
                <a:avLst/>
                <a:gdLst>
                  <a:gd name="csX0" fmla="*/ 0 w 367826"/>
                  <a:gd name="csY0" fmla="*/ 0 h 492892"/>
                  <a:gd name="csX1" fmla="*/ 0 w 367826"/>
                  <a:gd name="csY1" fmla="*/ 410393 h 492892"/>
                  <a:gd name="csX2" fmla="*/ 82500 w 367826"/>
                  <a:gd name="csY2" fmla="*/ 492893 h 492892"/>
                  <a:gd name="csX3" fmla="*/ 367827 w 367826"/>
                  <a:gd name="csY3" fmla="*/ 492893 h 4928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7826" h="492892">
                    <a:moveTo>
                      <a:pt x="0" y="0"/>
                    </a:moveTo>
                    <a:lnTo>
                      <a:pt x="0" y="410393"/>
                    </a:lnTo>
                    <a:cubicBezTo>
                      <a:pt x="0" y="455967"/>
                      <a:pt x="36926" y="492893"/>
                      <a:pt x="82500" y="492893"/>
                    </a:cubicBezTo>
                    <a:lnTo>
                      <a:pt x="367827" y="492893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5" name="Vrije vorm: vorm 44">
                <a:extLst>
                  <a:ext uri="{FF2B5EF4-FFF2-40B4-BE49-F238E27FC236}">
                    <a16:creationId xmlns:a16="http://schemas.microsoft.com/office/drawing/2014/main" id="{680D45C0-CBE1-F8ED-A4B6-29557F09A98E}"/>
                  </a:ext>
                </a:extLst>
              </p:cNvPr>
              <p:cNvSpPr/>
              <p:nvPr/>
            </p:nvSpPr>
            <p:spPr>
              <a:xfrm>
                <a:off x="3798366" y="4232096"/>
                <a:ext cx="7520" cy="460404"/>
              </a:xfrm>
              <a:custGeom>
                <a:avLst/>
                <a:gdLst>
                  <a:gd name="csX0" fmla="*/ 0 w 7520"/>
                  <a:gd name="csY0" fmla="*/ 460404 h 460404"/>
                  <a:gd name="csX1" fmla="*/ 0 w 7520"/>
                  <a:gd name="csY1" fmla="*/ 0 h 4604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20" h="460404">
                    <a:moveTo>
                      <a:pt x="0" y="460404"/>
                    </a:moveTo>
                    <a:lnTo>
                      <a:pt x="0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6" name="Vrije vorm: vorm 45">
                <a:extLst>
                  <a:ext uri="{FF2B5EF4-FFF2-40B4-BE49-F238E27FC236}">
                    <a16:creationId xmlns:a16="http://schemas.microsoft.com/office/drawing/2014/main" id="{2B8B4BEE-B8E8-64EB-F04E-9D908DA311AB}"/>
                  </a:ext>
                </a:extLst>
              </p:cNvPr>
              <p:cNvSpPr/>
              <p:nvPr/>
            </p:nvSpPr>
            <p:spPr>
              <a:xfrm>
                <a:off x="3554326" y="4232096"/>
                <a:ext cx="488079" cy="7520"/>
              </a:xfrm>
              <a:custGeom>
                <a:avLst/>
                <a:gdLst>
                  <a:gd name="csX0" fmla="*/ 0 w 488079"/>
                  <a:gd name="csY0" fmla="*/ 0 h 7520"/>
                  <a:gd name="csX1" fmla="*/ 488080 w 488079"/>
                  <a:gd name="csY1" fmla="*/ 0 h 7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88079" h="7520">
                    <a:moveTo>
                      <a:pt x="0" y="0"/>
                    </a:moveTo>
                    <a:lnTo>
                      <a:pt x="488080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7" name="Vrije vorm: vorm 46">
                <a:extLst>
                  <a:ext uri="{FF2B5EF4-FFF2-40B4-BE49-F238E27FC236}">
                    <a16:creationId xmlns:a16="http://schemas.microsoft.com/office/drawing/2014/main" id="{546A17FE-0D75-F9A4-537A-1C2DABBDEFA0}"/>
                  </a:ext>
                </a:extLst>
              </p:cNvPr>
              <p:cNvSpPr/>
              <p:nvPr/>
            </p:nvSpPr>
            <p:spPr>
              <a:xfrm>
                <a:off x="3325026" y="3867202"/>
                <a:ext cx="126945" cy="126945"/>
              </a:xfrm>
              <a:custGeom>
                <a:avLst/>
                <a:gdLst>
                  <a:gd name="csX0" fmla="*/ 126946 w 126945"/>
                  <a:gd name="csY0" fmla="*/ 63473 h 126945"/>
                  <a:gd name="csX1" fmla="*/ 63473 w 126945"/>
                  <a:gd name="csY1" fmla="*/ 126946 h 126945"/>
                  <a:gd name="csX2" fmla="*/ 0 w 126945"/>
                  <a:gd name="csY2" fmla="*/ 63473 h 126945"/>
                  <a:gd name="csX3" fmla="*/ 63473 w 126945"/>
                  <a:gd name="csY3" fmla="*/ 0 h 126945"/>
                  <a:gd name="csX4" fmla="*/ 126946 w 126945"/>
                  <a:gd name="csY4" fmla="*/ 63473 h 1269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6945" h="126945">
                    <a:moveTo>
                      <a:pt x="126946" y="63473"/>
                    </a:moveTo>
                    <a:cubicBezTo>
                      <a:pt x="126946" y="98518"/>
                      <a:pt x="98518" y="126946"/>
                      <a:pt x="63473" y="126946"/>
                    </a:cubicBezTo>
                    <a:cubicBezTo>
                      <a:pt x="28427" y="126946"/>
                      <a:pt x="0" y="98518"/>
                      <a:pt x="0" y="63473"/>
                    </a:cubicBezTo>
                    <a:cubicBezTo>
                      <a:pt x="0" y="28427"/>
                      <a:pt x="28427" y="0"/>
                      <a:pt x="63473" y="0"/>
                    </a:cubicBezTo>
                    <a:cubicBezTo>
                      <a:pt x="98518" y="0"/>
                      <a:pt x="126946" y="28427"/>
                      <a:pt x="126946" y="63473"/>
                    </a:cubicBezTo>
                    <a:close/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8" name="Vrije vorm: vorm 47">
                <a:extLst>
                  <a:ext uri="{FF2B5EF4-FFF2-40B4-BE49-F238E27FC236}">
                    <a16:creationId xmlns:a16="http://schemas.microsoft.com/office/drawing/2014/main" id="{B0CCD493-DF0B-CFC8-0682-9C17CC10B88E}"/>
                  </a:ext>
                </a:extLst>
              </p:cNvPr>
              <p:cNvSpPr/>
              <p:nvPr/>
            </p:nvSpPr>
            <p:spPr>
              <a:xfrm>
                <a:off x="3292237" y="4058485"/>
                <a:ext cx="388132" cy="614674"/>
              </a:xfrm>
              <a:custGeom>
                <a:avLst/>
                <a:gdLst>
                  <a:gd name="csX0" fmla="*/ 159735 w 388132"/>
                  <a:gd name="csY0" fmla="*/ 237911 h 614674"/>
                  <a:gd name="csX1" fmla="*/ 159735 w 388132"/>
                  <a:gd name="csY1" fmla="*/ 122171 h 614674"/>
                  <a:gd name="csX2" fmla="*/ 233361 w 388132"/>
                  <a:gd name="csY2" fmla="*/ 173611 h 614674"/>
                  <a:gd name="csX3" fmla="*/ 354441 w 388132"/>
                  <a:gd name="csY3" fmla="*/ 173611 h 614674"/>
                  <a:gd name="csX4" fmla="*/ 388132 w 388132"/>
                  <a:gd name="csY4" fmla="*/ 139919 h 614674"/>
                  <a:gd name="csX5" fmla="*/ 388132 w 388132"/>
                  <a:gd name="csY5" fmla="*/ 139919 h 614674"/>
                  <a:gd name="csX6" fmla="*/ 354441 w 388132"/>
                  <a:gd name="csY6" fmla="*/ 106227 h 614674"/>
                  <a:gd name="csX7" fmla="*/ 277130 w 388132"/>
                  <a:gd name="csY7" fmla="*/ 106227 h 614674"/>
                  <a:gd name="csX8" fmla="*/ 147928 w 388132"/>
                  <a:gd name="csY8" fmla="*/ 18990 h 614674"/>
                  <a:gd name="csX9" fmla="*/ 147778 w 388132"/>
                  <a:gd name="csY9" fmla="*/ 19215 h 614674"/>
                  <a:gd name="csX10" fmla="*/ 87238 w 388132"/>
                  <a:gd name="csY10" fmla="*/ 113 h 614674"/>
                  <a:gd name="csX11" fmla="*/ 0 w 388132"/>
                  <a:gd name="csY11" fmla="*/ 95097 h 614674"/>
                  <a:gd name="csX12" fmla="*/ 0 w 388132"/>
                  <a:gd name="csY12" fmla="*/ 257765 h 614674"/>
                  <a:gd name="csX13" fmla="*/ 71896 w 388132"/>
                  <a:gd name="csY13" fmla="*/ 329661 h 614674"/>
                  <a:gd name="csX14" fmla="*/ 242461 w 388132"/>
                  <a:gd name="csY14" fmla="*/ 329661 h 614674"/>
                  <a:gd name="csX15" fmla="*/ 289163 w 388132"/>
                  <a:gd name="csY15" fmla="*/ 376363 h 614674"/>
                  <a:gd name="csX16" fmla="*/ 289163 w 388132"/>
                  <a:gd name="csY16" fmla="*/ 566255 h 614674"/>
                  <a:gd name="csX17" fmla="*/ 332556 w 388132"/>
                  <a:gd name="csY17" fmla="*/ 614612 h 614674"/>
                  <a:gd name="csX18" fmla="*/ 380837 w 388132"/>
                  <a:gd name="csY18" fmla="*/ 568812 h 614674"/>
                  <a:gd name="csX19" fmla="*/ 380837 w 388132"/>
                  <a:gd name="csY19" fmla="*/ 350869 h 614674"/>
                  <a:gd name="csX20" fmla="*/ 328645 w 388132"/>
                  <a:gd name="csY20" fmla="*/ 256787 h 6146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88132" h="614674">
                    <a:moveTo>
                      <a:pt x="159735" y="237911"/>
                    </a:moveTo>
                    <a:lnTo>
                      <a:pt x="159735" y="122171"/>
                    </a:lnTo>
                    <a:lnTo>
                      <a:pt x="233361" y="173611"/>
                    </a:lnTo>
                    <a:lnTo>
                      <a:pt x="354441" y="173611"/>
                    </a:lnTo>
                    <a:cubicBezTo>
                      <a:pt x="373091" y="173611"/>
                      <a:pt x="388132" y="158495"/>
                      <a:pt x="388132" y="139919"/>
                    </a:cubicBezTo>
                    <a:lnTo>
                      <a:pt x="388132" y="139919"/>
                    </a:lnTo>
                    <a:cubicBezTo>
                      <a:pt x="388132" y="121268"/>
                      <a:pt x="373016" y="106227"/>
                      <a:pt x="354441" y="106227"/>
                    </a:cubicBezTo>
                    <a:lnTo>
                      <a:pt x="277130" y="106227"/>
                    </a:lnTo>
                    <a:lnTo>
                      <a:pt x="147928" y="18990"/>
                    </a:lnTo>
                    <a:lnTo>
                      <a:pt x="147778" y="19215"/>
                    </a:lnTo>
                    <a:cubicBezTo>
                      <a:pt x="131157" y="6355"/>
                      <a:pt x="110100" y="-1015"/>
                      <a:pt x="87238" y="113"/>
                    </a:cubicBezTo>
                    <a:cubicBezTo>
                      <a:pt x="37828" y="2520"/>
                      <a:pt x="0" y="45612"/>
                      <a:pt x="0" y="95097"/>
                    </a:cubicBezTo>
                    <a:lnTo>
                      <a:pt x="0" y="257765"/>
                    </a:lnTo>
                    <a:cubicBezTo>
                      <a:pt x="0" y="297473"/>
                      <a:pt x="32188" y="329661"/>
                      <a:pt x="71896" y="329661"/>
                    </a:cubicBezTo>
                    <a:lnTo>
                      <a:pt x="242461" y="329661"/>
                    </a:lnTo>
                    <a:cubicBezTo>
                      <a:pt x="268256" y="329661"/>
                      <a:pt x="289163" y="350568"/>
                      <a:pt x="289163" y="376363"/>
                    </a:cubicBezTo>
                    <a:lnTo>
                      <a:pt x="289163" y="566255"/>
                    </a:lnTo>
                    <a:cubicBezTo>
                      <a:pt x="289163" y="591073"/>
                      <a:pt x="307738" y="613334"/>
                      <a:pt x="332556" y="614612"/>
                    </a:cubicBezTo>
                    <a:cubicBezTo>
                      <a:pt x="359028" y="615966"/>
                      <a:pt x="380837" y="594984"/>
                      <a:pt x="380837" y="568812"/>
                    </a:cubicBezTo>
                    <a:lnTo>
                      <a:pt x="380837" y="350869"/>
                    </a:lnTo>
                    <a:cubicBezTo>
                      <a:pt x="380837" y="311236"/>
                      <a:pt x="360006" y="276416"/>
                      <a:pt x="328645" y="256787"/>
                    </a:cubicBez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49" name="Vrije vorm: vorm 48">
                <a:extLst>
                  <a:ext uri="{FF2B5EF4-FFF2-40B4-BE49-F238E27FC236}">
                    <a16:creationId xmlns:a16="http://schemas.microsoft.com/office/drawing/2014/main" id="{4215B452-0BF3-04D9-B9A4-2E5DF59FE4E4}"/>
                  </a:ext>
                </a:extLst>
              </p:cNvPr>
              <p:cNvSpPr/>
              <p:nvPr/>
            </p:nvSpPr>
            <p:spPr>
              <a:xfrm>
                <a:off x="4189356" y="4692500"/>
                <a:ext cx="149657" cy="7520"/>
              </a:xfrm>
              <a:custGeom>
                <a:avLst/>
                <a:gdLst>
                  <a:gd name="csX0" fmla="*/ 0 w 149657"/>
                  <a:gd name="csY0" fmla="*/ 0 h 7520"/>
                  <a:gd name="csX1" fmla="*/ 149658 w 149657"/>
                  <a:gd name="csY1" fmla="*/ 0 h 7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9657" h="7520">
                    <a:moveTo>
                      <a:pt x="0" y="0"/>
                    </a:moveTo>
                    <a:lnTo>
                      <a:pt x="149658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50" name="Vrije vorm: vorm 49">
                <a:extLst>
                  <a:ext uri="{FF2B5EF4-FFF2-40B4-BE49-F238E27FC236}">
                    <a16:creationId xmlns:a16="http://schemas.microsoft.com/office/drawing/2014/main" id="{2830B2DA-1DE6-5B1C-DA83-63EFB79DE24C}"/>
                  </a:ext>
                </a:extLst>
              </p:cNvPr>
              <p:cNvSpPr/>
              <p:nvPr/>
            </p:nvSpPr>
            <p:spPr>
              <a:xfrm>
                <a:off x="4264185" y="4447708"/>
                <a:ext cx="7520" cy="244791"/>
              </a:xfrm>
              <a:custGeom>
                <a:avLst/>
                <a:gdLst>
                  <a:gd name="csX0" fmla="*/ 0 w 7520"/>
                  <a:gd name="csY0" fmla="*/ 0 h 244791"/>
                  <a:gd name="csX1" fmla="*/ 0 w 7520"/>
                  <a:gd name="csY1" fmla="*/ 244792 h 2447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20" h="244791">
                    <a:moveTo>
                      <a:pt x="0" y="0"/>
                    </a:moveTo>
                    <a:lnTo>
                      <a:pt x="0" y="244792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51" name="Vrije vorm: vorm 50">
                <a:extLst>
                  <a:ext uri="{FF2B5EF4-FFF2-40B4-BE49-F238E27FC236}">
                    <a16:creationId xmlns:a16="http://schemas.microsoft.com/office/drawing/2014/main" id="{D13F353E-D1A5-8451-251E-C0B9E184B0FA}"/>
                  </a:ext>
                </a:extLst>
              </p:cNvPr>
              <p:cNvSpPr/>
              <p:nvPr/>
            </p:nvSpPr>
            <p:spPr>
              <a:xfrm>
                <a:off x="4080234" y="3954816"/>
                <a:ext cx="367826" cy="492892"/>
              </a:xfrm>
              <a:custGeom>
                <a:avLst/>
                <a:gdLst>
                  <a:gd name="csX0" fmla="*/ 367827 w 367826"/>
                  <a:gd name="csY0" fmla="*/ 0 h 492892"/>
                  <a:gd name="csX1" fmla="*/ 367827 w 367826"/>
                  <a:gd name="csY1" fmla="*/ 410393 h 492892"/>
                  <a:gd name="csX2" fmla="*/ 285327 w 367826"/>
                  <a:gd name="csY2" fmla="*/ 492893 h 492892"/>
                  <a:gd name="csX3" fmla="*/ 0 w 367826"/>
                  <a:gd name="csY3" fmla="*/ 492893 h 4928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67826" h="492892">
                    <a:moveTo>
                      <a:pt x="367827" y="0"/>
                    </a:moveTo>
                    <a:lnTo>
                      <a:pt x="367827" y="410393"/>
                    </a:lnTo>
                    <a:cubicBezTo>
                      <a:pt x="367827" y="455967"/>
                      <a:pt x="330901" y="492893"/>
                      <a:pt x="285327" y="492893"/>
                    </a:cubicBezTo>
                    <a:lnTo>
                      <a:pt x="0" y="492893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52" name="Vrije vorm: vorm 51">
                <a:extLst>
                  <a:ext uri="{FF2B5EF4-FFF2-40B4-BE49-F238E27FC236}">
                    <a16:creationId xmlns:a16="http://schemas.microsoft.com/office/drawing/2014/main" id="{A343D263-619E-6C68-942F-61D674B6B2A0}"/>
                  </a:ext>
                </a:extLst>
              </p:cNvPr>
              <p:cNvSpPr/>
              <p:nvPr/>
            </p:nvSpPr>
            <p:spPr>
              <a:xfrm>
                <a:off x="4147016" y="3867202"/>
                <a:ext cx="126945" cy="126945"/>
              </a:xfrm>
              <a:custGeom>
                <a:avLst/>
                <a:gdLst>
                  <a:gd name="csX0" fmla="*/ 0 w 126945"/>
                  <a:gd name="csY0" fmla="*/ 63473 h 126945"/>
                  <a:gd name="csX1" fmla="*/ 63473 w 126945"/>
                  <a:gd name="csY1" fmla="*/ 126946 h 126945"/>
                  <a:gd name="csX2" fmla="*/ 126946 w 126945"/>
                  <a:gd name="csY2" fmla="*/ 63473 h 126945"/>
                  <a:gd name="csX3" fmla="*/ 63473 w 126945"/>
                  <a:gd name="csY3" fmla="*/ 0 h 126945"/>
                  <a:gd name="csX4" fmla="*/ 0 w 126945"/>
                  <a:gd name="csY4" fmla="*/ 63473 h 1269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6945" h="126945">
                    <a:moveTo>
                      <a:pt x="0" y="63473"/>
                    </a:moveTo>
                    <a:cubicBezTo>
                      <a:pt x="0" y="98518"/>
                      <a:pt x="28427" y="126946"/>
                      <a:pt x="63473" y="126946"/>
                    </a:cubicBezTo>
                    <a:cubicBezTo>
                      <a:pt x="98518" y="126946"/>
                      <a:pt x="126946" y="98518"/>
                      <a:pt x="126946" y="63473"/>
                    </a:cubicBezTo>
                    <a:cubicBezTo>
                      <a:pt x="126946" y="28427"/>
                      <a:pt x="98518" y="0"/>
                      <a:pt x="63473" y="0"/>
                    </a:cubicBezTo>
                    <a:cubicBezTo>
                      <a:pt x="28427" y="0"/>
                      <a:pt x="0" y="28427"/>
                      <a:pt x="0" y="63473"/>
                    </a:cubicBezTo>
                    <a:close/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53" name="Vrije vorm: vorm 52">
                <a:extLst>
                  <a:ext uri="{FF2B5EF4-FFF2-40B4-BE49-F238E27FC236}">
                    <a16:creationId xmlns:a16="http://schemas.microsoft.com/office/drawing/2014/main" id="{465DED22-1B1C-3FD5-4F40-E2805C509ABE}"/>
                  </a:ext>
                </a:extLst>
              </p:cNvPr>
              <p:cNvSpPr/>
              <p:nvPr/>
            </p:nvSpPr>
            <p:spPr>
              <a:xfrm>
                <a:off x="3918618" y="4058485"/>
                <a:ext cx="388132" cy="614674"/>
              </a:xfrm>
              <a:custGeom>
                <a:avLst/>
                <a:gdLst>
                  <a:gd name="csX0" fmla="*/ 228397 w 388132"/>
                  <a:gd name="csY0" fmla="*/ 237911 h 614674"/>
                  <a:gd name="csX1" fmla="*/ 228397 w 388132"/>
                  <a:gd name="csY1" fmla="*/ 122171 h 614674"/>
                  <a:gd name="csX2" fmla="*/ 154772 w 388132"/>
                  <a:gd name="csY2" fmla="*/ 173611 h 614674"/>
                  <a:gd name="csX3" fmla="*/ 33692 w 388132"/>
                  <a:gd name="csY3" fmla="*/ 173611 h 614674"/>
                  <a:gd name="csX4" fmla="*/ 0 w 388132"/>
                  <a:gd name="csY4" fmla="*/ 139919 h 614674"/>
                  <a:gd name="csX5" fmla="*/ 0 w 388132"/>
                  <a:gd name="csY5" fmla="*/ 139919 h 614674"/>
                  <a:gd name="csX6" fmla="*/ 33692 w 388132"/>
                  <a:gd name="csY6" fmla="*/ 106227 h 614674"/>
                  <a:gd name="csX7" fmla="*/ 111002 w 388132"/>
                  <a:gd name="csY7" fmla="*/ 106227 h 614674"/>
                  <a:gd name="csX8" fmla="*/ 240204 w 388132"/>
                  <a:gd name="csY8" fmla="*/ 18990 h 614674"/>
                  <a:gd name="csX9" fmla="*/ 240355 w 388132"/>
                  <a:gd name="csY9" fmla="*/ 19215 h 614674"/>
                  <a:gd name="csX10" fmla="*/ 300895 w 388132"/>
                  <a:gd name="csY10" fmla="*/ 113 h 614674"/>
                  <a:gd name="csX11" fmla="*/ 388132 w 388132"/>
                  <a:gd name="csY11" fmla="*/ 95097 h 614674"/>
                  <a:gd name="csX12" fmla="*/ 388132 w 388132"/>
                  <a:gd name="csY12" fmla="*/ 257765 h 614674"/>
                  <a:gd name="csX13" fmla="*/ 316236 w 388132"/>
                  <a:gd name="csY13" fmla="*/ 329661 h 614674"/>
                  <a:gd name="csX14" fmla="*/ 145672 w 388132"/>
                  <a:gd name="csY14" fmla="*/ 329661 h 614674"/>
                  <a:gd name="csX15" fmla="*/ 98970 w 388132"/>
                  <a:gd name="csY15" fmla="*/ 376363 h 614674"/>
                  <a:gd name="csX16" fmla="*/ 98970 w 388132"/>
                  <a:gd name="csY16" fmla="*/ 566255 h 614674"/>
                  <a:gd name="csX17" fmla="*/ 55576 w 388132"/>
                  <a:gd name="csY17" fmla="*/ 614612 h 614674"/>
                  <a:gd name="csX18" fmla="*/ 7295 w 388132"/>
                  <a:gd name="csY18" fmla="*/ 568812 h 614674"/>
                  <a:gd name="csX19" fmla="*/ 7295 w 388132"/>
                  <a:gd name="csY19" fmla="*/ 350869 h 614674"/>
                  <a:gd name="csX20" fmla="*/ 61518 w 388132"/>
                  <a:gd name="csY20" fmla="*/ 255584 h 6146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88132" h="614674">
                    <a:moveTo>
                      <a:pt x="228397" y="237911"/>
                    </a:moveTo>
                    <a:lnTo>
                      <a:pt x="228397" y="122171"/>
                    </a:lnTo>
                    <a:lnTo>
                      <a:pt x="154772" y="173611"/>
                    </a:lnTo>
                    <a:lnTo>
                      <a:pt x="33692" y="173611"/>
                    </a:lnTo>
                    <a:cubicBezTo>
                      <a:pt x="15041" y="173611"/>
                      <a:pt x="0" y="158495"/>
                      <a:pt x="0" y="139919"/>
                    </a:cubicBezTo>
                    <a:lnTo>
                      <a:pt x="0" y="139919"/>
                    </a:lnTo>
                    <a:cubicBezTo>
                      <a:pt x="0" y="121268"/>
                      <a:pt x="15116" y="106227"/>
                      <a:pt x="33692" y="106227"/>
                    </a:cubicBezTo>
                    <a:lnTo>
                      <a:pt x="111002" y="106227"/>
                    </a:lnTo>
                    <a:lnTo>
                      <a:pt x="240204" y="18990"/>
                    </a:lnTo>
                    <a:lnTo>
                      <a:pt x="240355" y="19215"/>
                    </a:lnTo>
                    <a:cubicBezTo>
                      <a:pt x="256975" y="6355"/>
                      <a:pt x="278032" y="-1015"/>
                      <a:pt x="300895" y="113"/>
                    </a:cubicBezTo>
                    <a:cubicBezTo>
                      <a:pt x="350304" y="2520"/>
                      <a:pt x="388132" y="45612"/>
                      <a:pt x="388132" y="95097"/>
                    </a:cubicBezTo>
                    <a:lnTo>
                      <a:pt x="388132" y="257765"/>
                    </a:lnTo>
                    <a:cubicBezTo>
                      <a:pt x="388132" y="297473"/>
                      <a:pt x="355945" y="329661"/>
                      <a:pt x="316236" y="329661"/>
                    </a:cubicBezTo>
                    <a:lnTo>
                      <a:pt x="145672" y="329661"/>
                    </a:lnTo>
                    <a:cubicBezTo>
                      <a:pt x="119877" y="329661"/>
                      <a:pt x="98970" y="350568"/>
                      <a:pt x="98970" y="376363"/>
                    </a:cubicBezTo>
                    <a:lnTo>
                      <a:pt x="98970" y="566255"/>
                    </a:lnTo>
                    <a:cubicBezTo>
                      <a:pt x="98970" y="591073"/>
                      <a:pt x="80394" y="613334"/>
                      <a:pt x="55576" y="614612"/>
                    </a:cubicBezTo>
                    <a:cubicBezTo>
                      <a:pt x="29104" y="615966"/>
                      <a:pt x="7295" y="594984"/>
                      <a:pt x="7295" y="568812"/>
                    </a:cubicBezTo>
                    <a:lnTo>
                      <a:pt x="7295" y="350869"/>
                    </a:lnTo>
                    <a:cubicBezTo>
                      <a:pt x="7295" y="310409"/>
                      <a:pt x="29029" y="274912"/>
                      <a:pt x="61518" y="255584"/>
                    </a:cubicBez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54" name="Ovaal 53">
                <a:extLst>
                  <a:ext uri="{FF2B5EF4-FFF2-40B4-BE49-F238E27FC236}">
                    <a16:creationId xmlns:a16="http://schemas.microsoft.com/office/drawing/2014/main" id="{CC282E93-678C-40D7-7145-4950C840DDE5}"/>
                  </a:ext>
                </a:extLst>
              </p:cNvPr>
              <p:cNvSpPr/>
              <p:nvPr/>
            </p:nvSpPr>
            <p:spPr>
              <a:xfrm>
                <a:off x="3733013" y="3874046"/>
                <a:ext cx="130706" cy="130706"/>
              </a:xfrm>
              <a:prstGeom prst="ellipse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55" name="Vrije vorm: vorm 54">
                <a:extLst>
                  <a:ext uri="{FF2B5EF4-FFF2-40B4-BE49-F238E27FC236}">
                    <a16:creationId xmlns:a16="http://schemas.microsoft.com/office/drawing/2014/main" id="{81FA82AF-6BCB-0AB0-EAC4-67DCF1BBA0E8}"/>
                  </a:ext>
                </a:extLst>
              </p:cNvPr>
              <p:cNvSpPr/>
              <p:nvPr/>
            </p:nvSpPr>
            <p:spPr>
              <a:xfrm>
                <a:off x="3697290" y="4066796"/>
                <a:ext cx="203203" cy="47454"/>
              </a:xfrm>
              <a:custGeom>
                <a:avLst/>
                <a:gdLst>
                  <a:gd name="csX0" fmla="*/ 0 w 203203"/>
                  <a:gd name="csY0" fmla="*/ 47454 h 47454"/>
                  <a:gd name="csX1" fmla="*/ 101602 w 203203"/>
                  <a:gd name="csY1" fmla="*/ 0 h 47454"/>
                  <a:gd name="csX2" fmla="*/ 203204 w 203203"/>
                  <a:gd name="csY2" fmla="*/ 47454 h 474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03203" h="47454">
                    <a:moveTo>
                      <a:pt x="0" y="47454"/>
                    </a:moveTo>
                    <a:cubicBezTo>
                      <a:pt x="24291" y="18425"/>
                      <a:pt x="60841" y="0"/>
                      <a:pt x="101602" y="0"/>
                    </a:cubicBezTo>
                    <a:cubicBezTo>
                      <a:pt x="142363" y="0"/>
                      <a:pt x="178912" y="18425"/>
                      <a:pt x="203204" y="47454"/>
                    </a:cubicBez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</p:grpSp>
        <p:grpSp>
          <p:nvGrpSpPr>
            <p:cNvPr id="56" name="Graphic 37">
              <a:extLst>
                <a:ext uri="{FF2B5EF4-FFF2-40B4-BE49-F238E27FC236}">
                  <a16:creationId xmlns:a16="http://schemas.microsoft.com/office/drawing/2014/main" id="{6ACE0B0A-41E7-8E64-FA40-F249E5348C8A}"/>
                </a:ext>
              </a:extLst>
            </p:cNvPr>
            <p:cNvGrpSpPr/>
            <p:nvPr/>
          </p:nvGrpSpPr>
          <p:grpSpPr>
            <a:xfrm>
              <a:off x="3279377" y="3409129"/>
              <a:ext cx="1030607" cy="376550"/>
              <a:chOff x="3279377" y="3409129"/>
              <a:chExt cx="1030607" cy="376550"/>
            </a:xfrm>
            <a:noFill/>
          </p:grpSpPr>
          <p:sp>
            <p:nvSpPr>
              <p:cNvPr id="57" name="Vrije vorm: vorm 56">
                <a:extLst>
                  <a:ext uri="{FF2B5EF4-FFF2-40B4-BE49-F238E27FC236}">
                    <a16:creationId xmlns:a16="http://schemas.microsoft.com/office/drawing/2014/main" id="{B525EFD3-F0FA-1CA0-F8CD-8BAA22F8D269}"/>
                  </a:ext>
                </a:extLst>
              </p:cNvPr>
              <p:cNvSpPr/>
              <p:nvPr/>
            </p:nvSpPr>
            <p:spPr>
              <a:xfrm>
                <a:off x="3279377" y="3409129"/>
                <a:ext cx="453635" cy="376550"/>
              </a:xfrm>
              <a:custGeom>
                <a:avLst/>
                <a:gdLst>
                  <a:gd name="csX0" fmla="*/ 441152 w 453635"/>
                  <a:gd name="csY0" fmla="*/ 6468 h 376550"/>
                  <a:gd name="csX1" fmla="*/ 397232 w 453635"/>
                  <a:gd name="csY1" fmla="*/ 0 h 376550"/>
                  <a:gd name="csX2" fmla="*/ 150786 w 453635"/>
                  <a:gd name="csY2" fmla="*/ 0 h 376550"/>
                  <a:gd name="csX3" fmla="*/ 0 w 453635"/>
                  <a:gd name="csY3" fmla="*/ 150786 h 376550"/>
                  <a:gd name="csX4" fmla="*/ 0 w 453635"/>
                  <a:gd name="csY4" fmla="*/ 150786 h 376550"/>
                  <a:gd name="csX5" fmla="*/ 150786 w 453635"/>
                  <a:gd name="csY5" fmla="*/ 301572 h 376550"/>
                  <a:gd name="csX6" fmla="*/ 155824 w 453635"/>
                  <a:gd name="csY6" fmla="*/ 301572 h 376550"/>
                  <a:gd name="csX7" fmla="*/ 155824 w 453635"/>
                  <a:gd name="csY7" fmla="*/ 376551 h 376550"/>
                  <a:gd name="csX8" fmla="*/ 286004 w 453635"/>
                  <a:gd name="csY8" fmla="*/ 301572 h 376550"/>
                  <a:gd name="csX9" fmla="*/ 397232 w 453635"/>
                  <a:gd name="csY9" fmla="*/ 301572 h 376550"/>
                  <a:gd name="csX10" fmla="*/ 453636 w 453635"/>
                  <a:gd name="csY10" fmla="*/ 290667 h 376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453635" h="376550">
                    <a:moveTo>
                      <a:pt x="441152" y="6468"/>
                    </a:moveTo>
                    <a:cubicBezTo>
                      <a:pt x="427239" y="2256"/>
                      <a:pt x="412499" y="0"/>
                      <a:pt x="397232" y="0"/>
                    </a:cubicBezTo>
                    <a:lnTo>
                      <a:pt x="150786" y="0"/>
                    </a:lnTo>
                    <a:cubicBezTo>
                      <a:pt x="67534" y="0"/>
                      <a:pt x="0" y="67534"/>
                      <a:pt x="0" y="150786"/>
                    </a:cubicBezTo>
                    <a:lnTo>
                      <a:pt x="0" y="150786"/>
                    </a:lnTo>
                    <a:cubicBezTo>
                      <a:pt x="0" y="234038"/>
                      <a:pt x="67534" y="301572"/>
                      <a:pt x="150786" y="301572"/>
                    </a:cubicBezTo>
                    <a:lnTo>
                      <a:pt x="155824" y="301572"/>
                    </a:lnTo>
                    <a:lnTo>
                      <a:pt x="155824" y="376551"/>
                    </a:lnTo>
                    <a:lnTo>
                      <a:pt x="286004" y="301572"/>
                    </a:lnTo>
                    <a:lnTo>
                      <a:pt x="397232" y="301572"/>
                    </a:lnTo>
                    <a:cubicBezTo>
                      <a:pt x="417161" y="301572"/>
                      <a:pt x="436188" y="297661"/>
                      <a:pt x="453636" y="290667"/>
                    </a:cubicBez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58" name="Vrije vorm: vorm 57">
                <a:extLst>
                  <a:ext uri="{FF2B5EF4-FFF2-40B4-BE49-F238E27FC236}">
                    <a16:creationId xmlns:a16="http://schemas.microsoft.com/office/drawing/2014/main" id="{D4387C45-DA28-39B6-A292-FDDA568D26F0}"/>
                  </a:ext>
                </a:extLst>
              </p:cNvPr>
              <p:cNvSpPr/>
              <p:nvPr/>
            </p:nvSpPr>
            <p:spPr>
              <a:xfrm>
                <a:off x="3761967" y="3409129"/>
                <a:ext cx="548017" cy="376550"/>
              </a:xfrm>
              <a:custGeom>
                <a:avLst/>
                <a:gdLst>
                  <a:gd name="csX0" fmla="*/ 150786 w 548017"/>
                  <a:gd name="csY0" fmla="*/ 0 h 376550"/>
                  <a:gd name="csX1" fmla="*/ 397232 w 548017"/>
                  <a:gd name="csY1" fmla="*/ 0 h 376550"/>
                  <a:gd name="csX2" fmla="*/ 548018 w 548017"/>
                  <a:gd name="csY2" fmla="*/ 150786 h 376550"/>
                  <a:gd name="csX3" fmla="*/ 548018 w 548017"/>
                  <a:gd name="csY3" fmla="*/ 150786 h 376550"/>
                  <a:gd name="csX4" fmla="*/ 397232 w 548017"/>
                  <a:gd name="csY4" fmla="*/ 301572 h 376550"/>
                  <a:gd name="csX5" fmla="*/ 392193 w 548017"/>
                  <a:gd name="csY5" fmla="*/ 301572 h 376550"/>
                  <a:gd name="csX6" fmla="*/ 392193 w 548017"/>
                  <a:gd name="csY6" fmla="*/ 376551 h 376550"/>
                  <a:gd name="csX7" fmla="*/ 262014 w 548017"/>
                  <a:gd name="csY7" fmla="*/ 301572 h 376550"/>
                  <a:gd name="csX8" fmla="*/ 150786 w 548017"/>
                  <a:gd name="csY8" fmla="*/ 301572 h 376550"/>
                  <a:gd name="csX9" fmla="*/ 0 w 548017"/>
                  <a:gd name="csY9" fmla="*/ 150786 h 376550"/>
                  <a:gd name="csX10" fmla="*/ 0 w 548017"/>
                  <a:gd name="csY10" fmla="*/ 150786 h 376550"/>
                  <a:gd name="csX11" fmla="*/ 150786 w 548017"/>
                  <a:gd name="csY11" fmla="*/ 0 h 376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548017" h="376550">
                    <a:moveTo>
                      <a:pt x="150786" y="0"/>
                    </a:moveTo>
                    <a:lnTo>
                      <a:pt x="397232" y="0"/>
                    </a:lnTo>
                    <a:cubicBezTo>
                      <a:pt x="480484" y="0"/>
                      <a:pt x="548018" y="67534"/>
                      <a:pt x="548018" y="150786"/>
                    </a:cubicBezTo>
                    <a:lnTo>
                      <a:pt x="548018" y="150786"/>
                    </a:lnTo>
                    <a:cubicBezTo>
                      <a:pt x="548018" y="234038"/>
                      <a:pt x="480484" y="301572"/>
                      <a:pt x="397232" y="301572"/>
                    </a:cubicBezTo>
                    <a:lnTo>
                      <a:pt x="392193" y="301572"/>
                    </a:lnTo>
                    <a:lnTo>
                      <a:pt x="392193" y="376551"/>
                    </a:lnTo>
                    <a:lnTo>
                      <a:pt x="262014" y="301572"/>
                    </a:lnTo>
                    <a:lnTo>
                      <a:pt x="150786" y="301572"/>
                    </a:lnTo>
                    <a:cubicBezTo>
                      <a:pt x="67534" y="301572"/>
                      <a:pt x="0" y="234038"/>
                      <a:pt x="0" y="150786"/>
                    </a:cubicBezTo>
                    <a:lnTo>
                      <a:pt x="0" y="150786"/>
                    </a:lnTo>
                    <a:cubicBezTo>
                      <a:pt x="0" y="67534"/>
                      <a:pt x="67534" y="0"/>
                      <a:pt x="150786" y="0"/>
                    </a:cubicBezTo>
                    <a:close/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</p:grpSp>
      </p:grpSp>
      <p:grpSp>
        <p:nvGrpSpPr>
          <p:cNvPr id="75" name="Groep 74">
            <a:extLst>
              <a:ext uri="{FF2B5EF4-FFF2-40B4-BE49-F238E27FC236}">
                <a16:creationId xmlns:a16="http://schemas.microsoft.com/office/drawing/2014/main" id="{02DA2D64-FB9F-8A1D-296D-F5C0D222A56A}"/>
              </a:ext>
            </a:extLst>
          </p:cNvPr>
          <p:cNvGrpSpPr/>
          <p:nvPr userDrawn="1"/>
        </p:nvGrpSpPr>
        <p:grpSpPr>
          <a:xfrm>
            <a:off x="3178528" y="4350368"/>
            <a:ext cx="968021" cy="945304"/>
            <a:chOff x="5319248" y="3228848"/>
            <a:chExt cx="1302925" cy="1272349"/>
          </a:xfrm>
        </p:grpSpPr>
        <p:sp>
          <p:nvSpPr>
            <p:cNvPr id="63" name="Vrije vorm: vorm 62">
              <a:extLst>
                <a:ext uri="{FF2B5EF4-FFF2-40B4-BE49-F238E27FC236}">
                  <a16:creationId xmlns:a16="http://schemas.microsoft.com/office/drawing/2014/main" id="{4B2A46D4-6152-309B-5485-DE4323707B69}"/>
                </a:ext>
              </a:extLst>
            </p:cNvPr>
            <p:cNvSpPr/>
            <p:nvPr/>
          </p:nvSpPr>
          <p:spPr>
            <a:xfrm>
              <a:off x="5996190" y="3701860"/>
              <a:ext cx="625983" cy="81438"/>
            </a:xfrm>
            <a:custGeom>
              <a:avLst/>
              <a:gdLst>
                <a:gd name="csX0" fmla="*/ 0 w 625983"/>
                <a:gd name="csY0" fmla="*/ 0 h 81438"/>
                <a:gd name="csX1" fmla="*/ 0 w 625983"/>
                <a:gd name="csY1" fmla="*/ 81439 h 81438"/>
                <a:gd name="csX2" fmla="*/ 625983 w 625983"/>
                <a:gd name="csY2" fmla="*/ 81439 h 81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25983" h="81438">
                  <a:moveTo>
                    <a:pt x="0" y="0"/>
                  </a:moveTo>
                  <a:lnTo>
                    <a:pt x="0" y="81439"/>
                  </a:lnTo>
                  <a:lnTo>
                    <a:pt x="625983" y="81439"/>
                  </a:ln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4" name="Vrije vorm: vorm 63">
              <a:extLst>
                <a:ext uri="{FF2B5EF4-FFF2-40B4-BE49-F238E27FC236}">
                  <a16:creationId xmlns:a16="http://schemas.microsoft.com/office/drawing/2014/main" id="{6067E7BB-7F76-C2AF-8F7C-4749859A5E51}"/>
                </a:ext>
              </a:extLst>
            </p:cNvPr>
            <p:cNvSpPr/>
            <p:nvPr/>
          </p:nvSpPr>
          <p:spPr>
            <a:xfrm>
              <a:off x="5996190" y="3228848"/>
              <a:ext cx="625983" cy="268414"/>
            </a:xfrm>
            <a:custGeom>
              <a:avLst/>
              <a:gdLst>
                <a:gd name="csX0" fmla="*/ 625983 w 625983"/>
                <a:gd name="csY0" fmla="*/ 0 h 268414"/>
                <a:gd name="csX1" fmla="*/ 0 w 625983"/>
                <a:gd name="csY1" fmla="*/ 0 h 268414"/>
                <a:gd name="csX2" fmla="*/ 0 w 625983"/>
                <a:gd name="csY2" fmla="*/ 268415 h 2684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25983" h="268414">
                  <a:moveTo>
                    <a:pt x="625983" y="0"/>
                  </a:moveTo>
                  <a:lnTo>
                    <a:pt x="0" y="0"/>
                  </a:lnTo>
                  <a:lnTo>
                    <a:pt x="0" y="268415"/>
                  </a:ln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5" name="Ovaal 64">
              <a:extLst>
                <a:ext uri="{FF2B5EF4-FFF2-40B4-BE49-F238E27FC236}">
                  <a16:creationId xmlns:a16="http://schemas.microsoft.com/office/drawing/2014/main" id="{CA1BAB17-2BE4-D99E-58E4-FA3E2426BFE8}"/>
                </a:ext>
              </a:extLst>
            </p:cNvPr>
            <p:cNvSpPr/>
            <p:nvPr/>
          </p:nvSpPr>
          <p:spPr>
            <a:xfrm rot="16530000">
              <a:off x="5390102" y="4036986"/>
              <a:ext cx="229361" cy="229361"/>
            </a:xfrm>
            <a:prstGeom prst="ellipse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DF6171E9-3668-30B4-E214-56B04EF115D0}"/>
                </a:ext>
              </a:extLst>
            </p:cNvPr>
            <p:cNvSpPr/>
            <p:nvPr/>
          </p:nvSpPr>
          <p:spPr>
            <a:xfrm>
              <a:off x="5719775" y="3338386"/>
              <a:ext cx="112585" cy="112585"/>
            </a:xfrm>
            <a:prstGeom prst="ellipse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7" name="Vrije vorm: vorm 66">
              <a:extLst>
                <a:ext uri="{FF2B5EF4-FFF2-40B4-BE49-F238E27FC236}">
                  <a16:creationId xmlns:a16="http://schemas.microsoft.com/office/drawing/2014/main" id="{120FB48F-4928-7975-A515-A2C2E74C6391}"/>
                </a:ext>
              </a:extLst>
            </p:cNvPr>
            <p:cNvSpPr/>
            <p:nvPr/>
          </p:nvSpPr>
          <p:spPr>
            <a:xfrm>
              <a:off x="5553622" y="3486309"/>
              <a:ext cx="470095" cy="605980"/>
            </a:xfrm>
            <a:custGeom>
              <a:avLst/>
              <a:gdLst>
                <a:gd name="csX0" fmla="*/ 337984 w 470095"/>
                <a:gd name="csY0" fmla="*/ 492061 h 605980"/>
                <a:gd name="csX1" fmla="*/ 312647 w 470095"/>
                <a:gd name="csY1" fmla="*/ 246031 h 605980"/>
                <a:gd name="csX2" fmla="*/ 312647 w 470095"/>
                <a:gd name="csY2" fmla="*/ 126016 h 605980"/>
                <a:gd name="csX3" fmla="*/ 340556 w 470095"/>
                <a:gd name="csY3" fmla="*/ 150114 h 605980"/>
                <a:gd name="csX4" fmla="*/ 433234 w 470095"/>
                <a:gd name="csY4" fmla="*/ 150114 h 605980"/>
                <a:gd name="csX5" fmla="*/ 470096 w 470095"/>
                <a:gd name="csY5" fmla="*/ 113157 h 605980"/>
                <a:gd name="csX6" fmla="*/ 470096 w 470095"/>
                <a:gd name="csY6" fmla="*/ 113157 h 605980"/>
                <a:gd name="csX7" fmla="*/ 432948 w 470095"/>
                <a:gd name="csY7" fmla="*/ 76390 h 605980"/>
                <a:gd name="csX8" fmla="*/ 357510 w 470095"/>
                <a:gd name="csY8" fmla="*/ 77057 h 605980"/>
                <a:gd name="csX9" fmla="*/ 214254 w 470095"/>
                <a:gd name="csY9" fmla="*/ 0 h 605980"/>
                <a:gd name="csX10" fmla="*/ 212349 w 470095"/>
                <a:gd name="csY10" fmla="*/ 0 h 605980"/>
                <a:gd name="csX11" fmla="*/ 104812 w 470095"/>
                <a:gd name="csY11" fmla="*/ 46958 h 605980"/>
                <a:gd name="csX12" fmla="*/ 2513 w 470095"/>
                <a:gd name="csY12" fmla="*/ 205264 h 605980"/>
                <a:gd name="csX13" fmla="*/ 8038 w 470095"/>
                <a:gd name="csY13" fmla="*/ 235267 h 605980"/>
                <a:gd name="csX14" fmla="*/ 8419 w 470095"/>
                <a:gd name="csY14" fmla="*/ 235648 h 605980"/>
                <a:gd name="csX15" fmla="*/ 48900 w 470095"/>
                <a:gd name="csY15" fmla="*/ 228219 h 605980"/>
                <a:gd name="csX16" fmla="*/ 132339 w 470095"/>
                <a:gd name="csY16" fmla="*/ 104775 h 605980"/>
                <a:gd name="csX17" fmla="*/ 132339 w 470095"/>
                <a:gd name="csY17" fmla="*/ 246126 h 605980"/>
                <a:gd name="csX18" fmla="*/ 98906 w 470095"/>
                <a:gd name="csY18" fmla="*/ 570833 h 605980"/>
                <a:gd name="csX19" fmla="*/ 130625 w 470095"/>
                <a:gd name="csY19" fmla="*/ 605980 h 605980"/>
                <a:gd name="csX20" fmla="*/ 130625 w 470095"/>
                <a:gd name="csY20" fmla="*/ 605980 h 605980"/>
                <a:gd name="csX21" fmla="*/ 169677 w 470095"/>
                <a:gd name="csY21" fmla="*/ 570833 h 605980"/>
                <a:gd name="csX22" fmla="*/ 200252 w 470095"/>
                <a:gd name="csY22" fmla="*/ 273939 h 605980"/>
                <a:gd name="csX23" fmla="*/ 222541 w 470095"/>
                <a:gd name="csY23" fmla="*/ 253841 h 605980"/>
                <a:gd name="csX24" fmla="*/ 222541 w 470095"/>
                <a:gd name="csY24" fmla="*/ 253841 h 605980"/>
                <a:gd name="csX25" fmla="*/ 244829 w 470095"/>
                <a:gd name="csY25" fmla="*/ 273939 h 605980"/>
                <a:gd name="csX26" fmla="*/ 268070 w 470095"/>
                <a:gd name="csY26" fmla="*/ 499396 h 6059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470095" h="605980">
                  <a:moveTo>
                    <a:pt x="337984" y="492061"/>
                  </a:moveTo>
                  <a:lnTo>
                    <a:pt x="312647" y="246031"/>
                  </a:lnTo>
                  <a:lnTo>
                    <a:pt x="312647" y="126016"/>
                  </a:lnTo>
                  <a:lnTo>
                    <a:pt x="340556" y="150114"/>
                  </a:lnTo>
                  <a:lnTo>
                    <a:pt x="433234" y="150114"/>
                  </a:lnTo>
                  <a:cubicBezTo>
                    <a:pt x="453617" y="150114"/>
                    <a:pt x="470096" y="133540"/>
                    <a:pt x="470096" y="113157"/>
                  </a:cubicBezTo>
                  <a:lnTo>
                    <a:pt x="470096" y="113157"/>
                  </a:lnTo>
                  <a:cubicBezTo>
                    <a:pt x="470096" y="92678"/>
                    <a:pt x="453332" y="76200"/>
                    <a:pt x="432948" y="76390"/>
                  </a:cubicBezTo>
                  <a:lnTo>
                    <a:pt x="357510" y="77057"/>
                  </a:lnTo>
                  <a:cubicBezTo>
                    <a:pt x="357510" y="77057"/>
                    <a:pt x="307694" y="0"/>
                    <a:pt x="214254" y="0"/>
                  </a:cubicBezTo>
                  <a:lnTo>
                    <a:pt x="212349" y="0"/>
                  </a:lnTo>
                  <a:cubicBezTo>
                    <a:pt x="171582" y="190"/>
                    <a:pt x="132434" y="16954"/>
                    <a:pt x="104812" y="46958"/>
                  </a:cubicBezTo>
                  <a:cubicBezTo>
                    <a:pt x="64902" y="90202"/>
                    <a:pt x="29279" y="148209"/>
                    <a:pt x="2513" y="205264"/>
                  </a:cubicBezTo>
                  <a:cubicBezTo>
                    <a:pt x="-2249" y="215455"/>
                    <a:pt x="-154" y="227552"/>
                    <a:pt x="8038" y="235267"/>
                  </a:cubicBezTo>
                  <a:lnTo>
                    <a:pt x="8419" y="235648"/>
                  </a:lnTo>
                  <a:cubicBezTo>
                    <a:pt x="20992" y="247459"/>
                    <a:pt x="41471" y="243745"/>
                    <a:pt x="48900" y="228219"/>
                  </a:cubicBezTo>
                  <a:cubicBezTo>
                    <a:pt x="70998" y="181927"/>
                    <a:pt x="99859" y="136303"/>
                    <a:pt x="132339" y="104775"/>
                  </a:cubicBezTo>
                  <a:lnTo>
                    <a:pt x="132339" y="246126"/>
                  </a:lnTo>
                  <a:lnTo>
                    <a:pt x="98906" y="570833"/>
                  </a:lnTo>
                  <a:cubicBezTo>
                    <a:pt x="96906" y="590169"/>
                    <a:pt x="111194" y="605980"/>
                    <a:pt x="130625" y="605980"/>
                  </a:cubicBezTo>
                  <a:lnTo>
                    <a:pt x="130625" y="605980"/>
                  </a:lnTo>
                  <a:cubicBezTo>
                    <a:pt x="150056" y="605980"/>
                    <a:pt x="167677" y="590169"/>
                    <a:pt x="169677" y="570833"/>
                  </a:cubicBezTo>
                  <a:lnTo>
                    <a:pt x="200252" y="273939"/>
                  </a:lnTo>
                  <a:cubicBezTo>
                    <a:pt x="201395" y="262509"/>
                    <a:pt x="211016" y="253841"/>
                    <a:pt x="222541" y="253841"/>
                  </a:cubicBezTo>
                  <a:lnTo>
                    <a:pt x="222541" y="253841"/>
                  </a:lnTo>
                  <a:cubicBezTo>
                    <a:pt x="233971" y="253841"/>
                    <a:pt x="243591" y="262509"/>
                    <a:pt x="244829" y="273939"/>
                  </a:cubicBezTo>
                  <a:lnTo>
                    <a:pt x="268070" y="499396"/>
                  </a:ln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258B878-DA0F-DC7A-1A20-52B7999FB7B4}"/>
                </a:ext>
              </a:extLst>
            </p:cNvPr>
            <p:cNvSpPr/>
            <p:nvPr/>
          </p:nvSpPr>
          <p:spPr>
            <a:xfrm>
              <a:off x="5319248" y="4315651"/>
              <a:ext cx="371093" cy="185546"/>
            </a:xfrm>
            <a:custGeom>
              <a:avLst/>
              <a:gdLst>
                <a:gd name="csX0" fmla="*/ 371094 w 371093"/>
                <a:gd name="csY0" fmla="*/ 185547 h 185546"/>
                <a:gd name="csX1" fmla="*/ 371094 w 371093"/>
                <a:gd name="csY1" fmla="*/ 185547 h 185546"/>
                <a:gd name="csX2" fmla="*/ 185547 w 371093"/>
                <a:gd name="csY2" fmla="*/ 0 h 185546"/>
                <a:gd name="csX3" fmla="*/ 0 w 371093"/>
                <a:gd name="csY3" fmla="*/ 185547 h 185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1093" h="185546">
                  <a:moveTo>
                    <a:pt x="371094" y="185547"/>
                  </a:moveTo>
                  <a:lnTo>
                    <a:pt x="371094" y="185547"/>
                  </a:lnTo>
                  <a:cubicBezTo>
                    <a:pt x="371094" y="83058"/>
                    <a:pt x="288036" y="0"/>
                    <a:pt x="185547" y="0"/>
                  </a:cubicBezTo>
                  <a:cubicBezTo>
                    <a:pt x="83058" y="0"/>
                    <a:pt x="0" y="83058"/>
                    <a:pt x="0" y="185547"/>
                  </a:cubicBez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689653A7-19E2-113D-E5E7-518F89FDB708}"/>
                </a:ext>
              </a:extLst>
            </p:cNvPr>
            <p:cNvSpPr/>
            <p:nvPr/>
          </p:nvSpPr>
          <p:spPr>
            <a:xfrm>
              <a:off x="5761208" y="4036949"/>
              <a:ext cx="229361" cy="229361"/>
            </a:xfrm>
            <a:prstGeom prst="ellipse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D49FFC75-1685-4840-258E-4130524DD4D9}"/>
                </a:ext>
              </a:extLst>
            </p:cNvPr>
            <p:cNvSpPr/>
            <p:nvPr/>
          </p:nvSpPr>
          <p:spPr>
            <a:xfrm>
              <a:off x="5690342" y="4315651"/>
              <a:ext cx="371094" cy="185546"/>
            </a:xfrm>
            <a:custGeom>
              <a:avLst/>
              <a:gdLst>
                <a:gd name="csX0" fmla="*/ 371094 w 371094"/>
                <a:gd name="csY0" fmla="*/ 185547 h 185546"/>
                <a:gd name="csX1" fmla="*/ 371094 w 371094"/>
                <a:gd name="csY1" fmla="*/ 185547 h 185546"/>
                <a:gd name="csX2" fmla="*/ 185547 w 371094"/>
                <a:gd name="csY2" fmla="*/ 0 h 185546"/>
                <a:gd name="csX3" fmla="*/ 0 w 371094"/>
                <a:gd name="csY3" fmla="*/ 185547 h 185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1094" h="185546">
                  <a:moveTo>
                    <a:pt x="371094" y="185547"/>
                  </a:moveTo>
                  <a:lnTo>
                    <a:pt x="371094" y="185547"/>
                  </a:lnTo>
                  <a:cubicBezTo>
                    <a:pt x="371094" y="83058"/>
                    <a:pt x="288036" y="0"/>
                    <a:pt x="185547" y="0"/>
                  </a:cubicBezTo>
                  <a:cubicBezTo>
                    <a:pt x="83058" y="0"/>
                    <a:pt x="0" y="83058"/>
                    <a:pt x="0" y="185547"/>
                  </a:cubicBez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1" name="Ovaal 70">
              <a:extLst>
                <a:ext uri="{FF2B5EF4-FFF2-40B4-BE49-F238E27FC236}">
                  <a16:creationId xmlns:a16="http://schemas.microsoft.com/office/drawing/2014/main" id="{493D9867-C292-8140-A1CE-29B3772F78BE}"/>
                </a:ext>
              </a:extLst>
            </p:cNvPr>
            <p:cNvSpPr/>
            <p:nvPr/>
          </p:nvSpPr>
          <p:spPr>
            <a:xfrm>
              <a:off x="6132302" y="4036949"/>
              <a:ext cx="229361" cy="229361"/>
            </a:xfrm>
            <a:prstGeom prst="ellipse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2" name="Vrije vorm: vorm 71">
              <a:extLst>
                <a:ext uri="{FF2B5EF4-FFF2-40B4-BE49-F238E27FC236}">
                  <a16:creationId xmlns:a16="http://schemas.microsoft.com/office/drawing/2014/main" id="{CAFB8A52-A1D9-4E21-295C-077DA7149177}"/>
                </a:ext>
              </a:extLst>
            </p:cNvPr>
            <p:cNvSpPr/>
            <p:nvPr/>
          </p:nvSpPr>
          <p:spPr>
            <a:xfrm>
              <a:off x="6061436" y="4315651"/>
              <a:ext cx="371093" cy="185546"/>
            </a:xfrm>
            <a:custGeom>
              <a:avLst/>
              <a:gdLst>
                <a:gd name="csX0" fmla="*/ 371094 w 371093"/>
                <a:gd name="csY0" fmla="*/ 185547 h 185546"/>
                <a:gd name="csX1" fmla="*/ 371094 w 371093"/>
                <a:gd name="csY1" fmla="*/ 185547 h 185546"/>
                <a:gd name="csX2" fmla="*/ 185547 w 371093"/>
                <a:gd name="csY2" fmla="*/ 0 h 185546"/>
                <a:gd name="csX3" fmla="*/ 0 w 371093"/>
                <a:gd name="csY3" fmla="*/ 185547 h 185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1093" h="185546">
                  <a:moveTo>
                    <a:pt x="371094" y="185547"/>
                  </a:moveTo>
                  <a:lnTo>
                    <a:pt x="371094" y="185547"/>
                  </a:lnTo>
                  <a:cubicBezTo>
                    <a:pt x="371094" y="83058"/>
                    <a:pt x="288036" y="0"/>
                    <a:pt x="185547" y="0"/>
                  </a:cubicBezTo>
                  <a:cubicBezTo>
                    <a:pt x="83058" y="0"/>
                    <a:pt x="0" y="83058"/>
                    <a:pt x="0" y="185547"/>
                  </a:cubicBez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3" name="Vrije vorm: vorm 72">
              <a:extLst>
                <a:ext uri="{FF2B5EF4-FFF2-40B4-BE49-F238E27FC236}">
                  <a16:creationId xmlns:a16="http://schemas.microsoft.com/office/drawing/2014/main" id="{25D5CC4C-3104-85F5-8DA3-BB6FFD3D9622}"/>
                </a:ext>
              </a:extLst>
            </p:cNvPr>
            <p:cNvSpPr/>
            <p:nvPr/>
          </p:nvSpPr>
          <p:spPr>
            <a:xfrm>
              <a:off x="6078962" y="3450971"/>
              <a:ext cx="537114" cy="231838"/>
            </a:xfrm>
            <a:custGeom>
              <a:avLst/>
              <a:gdLst>
                <a:gd name="csX0" fmla="*/ 0 w 537114"/>
                <a:gd name="csY0" fmla="*/ 231838 h 231838"/>
                <a:gd name="csX1" fmla="*/ 144304 w 537114"/>
                <a:gd name="csY1" fmla="*/ 66770 h 231838"/>
                <a:gd name="csX2" fmla="*/ 270986 w 537114"/>
                <a:gd name="csY2" fmla="*/ 166973 h 231838"/>
                <a:gd name="csX3" fmla="*/ 450247 w 537114"/>
                <a:gd name="csY3" fmla="*/ 0 h 231838"/>
                <a:gd name="csX4" fmla="*/ 537115 w 537114"/>
                <a:gd name="csY4" fmla="*/ 89725 h 2318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7114" h="231838">
                  <a:moveTo>
                    <a:pt x="0" y="231838"/>
                  </a:moveTo>
                  <a:lnTo>
                    <a:pt x="144304" y="66770"/>
                  </a:lnTo>
                  <a:lnTo>
                    <a:pt x="270986" y="166973"/>
                  </a:lnTo>
                  <a:lnTo>
                    <a:pt x="450247" y="0"/>
                  </a:lnTo>
                  <a:lnTo>
                    <a:pt x="537115" y="89725"/>
                  </a:ln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74" name="Vrije vorm: vorm 73">
              <a:extLst>
                <a:ext uri="{FF2B5EF4-FFF2-40B4-BE49-F238E27FC236}">
                  <a16:creationId xmlns:a16="http://schemas.microsoft.com/office/drawing/2014/main" id="{37731A35-801F-D1A4-00F9-435B71C7E42C}"/>
                </a:ext>
              </a:extLst>
            </p:cNvPr>
            <p:cNvSpPr/>
            <p:nvPr/>
          </p:nvSpPr>
          <p:spPr>
            <a:xfrm>
              <a:off x="6295275" y="3348387"/>
              <a:ext cx="93916" cy="93916"/>
            </a:xfrm>
            <a:custGeom>
              <a:avLst/>
              <a:gdLst>
                <a:gd name="csX0" fmla="*/ 93916 w 93916"/>
                <a:gd name="csY0" fmla="*/ 46958 h 93916"/>
                <a:gd name="csX1" fmla="*/ 46958 w 93916"/>
                <a:gd name="csY1" fmla="*/ 93917 h 93916"/>
                <a:gd name="csX2" fmla="*/ 0 w 93916"/>
                <a:gd name="csY2" fmla="*/ 46958 h 93916"/>
                <a:gd name="csX3" fmla="*/ 46958 w 93916"/>
                <a:gd name="csY3" fmla="*/ 0 h 93916"/>
                <a:gd name="csX4" fmla="*/ 93916 w 93916"/>
                <a:gd name="csY4" fmla="*/ 46958 h 93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66"/>
                    <a:pt x="72866" y="93917"/>
                    <a:pt x="46958" y="93917"/>
                  </a:cubicBezTo>
                  <a:cubicBezTo>
                    <a:pt x="21050" y="93917"/>
                    <a:pt x="0" y="72962"/>
                    <a:pt x="0" y="46958"/>
                  </a:cubicBezTo>
                  <a:cubicBezTo>
                    <a:pt x="0" y="20955"/>
                    <a:pt x="21050" y="0"/>
                    <a:pt x="46958" y="0"/>
                  </a:cubicBezTo>
                  <a:cubicBezTo>
                    <a:pt x="72866" y="0"/>
                    <a:pt x="93916" y="20955"/>
                    <a:pt x="93916" y="46958"/>
                  </a:cubicBezTo>
                  <a:close/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99" name="Groep 98">
            <a:extLst>
              <a:ext uri="{FF2B5EF4-FFF2-40B4-BE49-F238E27FC236}">
                <a16:creationId xmlns:a16="http://schemas.microsoft.com/office/drawing/2014/main" id="{D5D45658-1D64-D775-E45C-38F19B4ABA10}"/>
              </a:ext>
            </a:extLst>
          </p:cNvPr>
          <p:cNvGrpSpPr/>
          <p:nvPr userDrawn="1"/>
        </p:nvGrpSpPr>
        <p:grpSpPr>
          <a:xfrm>
            <a:off x="4286662" y="990600"/>
            <a:ext cx="1437289" cy="1278429"/>
            <a:chOff x="5386377" y="4073984"/>
            <a:chExt cx="1903667" cy="1693259"/>
          </a:xfrm>
        </p:grpSpPr>
        <p:sp>
          <p:nvSpPr>
            <p:cNvPr id="79" name="Vrije vorm: vorm 78">
              <a:extLst>
                <a:ext uri="{FF2B5EF4-FFF2-40B4-BE49-F238E27FC236}">
                  <a16:creationId xmlns:a16="http://schemas.microsoft.com/office/drawing/2014/main" id="{A5D6D17C-308B-6138-EF44-90455BDFDDDE}"/>
                </a:ext>
              </a:extLst>
            </p:cNvPr>
            <p:cNvSpPr/>
            <p:nvPr/>
          </p:nvSpPr>
          <p:spPr>
            <a:xfrm>
              <a:off x="5932922" y="4805980"/>
              <a:ext cx="378904" cy="262985"/>
            </a:xfrm>
            <a:custGeom>
              <a:avLst/>
              <a:gdLst>
                <a:gd name="csX0" fmla="*/ 149066 w 378904"/>
                <a:gd name="csY0" fmla="*/ 262985 h 262985"/>
                <a:gd name="csX1" fmla="*/ 328422 w 378904"/>
                <a:gd name="csY1" fmla="*/ 262985 h 262985"/>
                <a:gd name="csX2" fmla="*/ 378905 w 378904"/>
                <a:gd name="csY2" fmla="*/ 0 h 262985"/>
                <a:gd name="csX3" fmla="*/ 25337 w 378904"/>
                <a:gd name="csY3" fmla="*/ 33909 h 262985"/>
                <a:gd name="csX4" fmla="*/ 0 w 378904"/>
                <a:gd name="csY4" fmla="*/ 188785 h 262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8904" h="262985">
                  <a:moveTo>
                    <a:pt x="149066" y="262985"/>
                  </a:moveTo>
                  <a:lnTo>
                    <a:pt x="328422" y="262985"/>
                  </a:lnTo>
                  <a:lnTo>
                    <a:pt x="378905" y="0"/>
                  </a:lnTo>
                  <a:lnTo>
                    <a:pt x="25337" y="33909"/>
                  </a:lnTo>
                  <a:lnTo>
                    <a:pt x="0" y="188785"/>
                  </a:ln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0ACEA632-135E-232F-8416-9F143FC9DD19}"/>
                </a:ext>
              </a:extLst>
            </p:cNvPr>
            <p:cNvSpPr/>
            <p:nvPr/>
          </p:nvSpPr>
          <p:spPr>
            <a:xfrm>
              <a:off x="5720705" y="5135354"/>
              <a:ext cx="665321" cy="9525"/>
            </a:xfrm>
            <a:custGeom>
              <a:avLst/>
              <a:gdLst>
                <a:gd name="csX0" fmla="*/ 0 w 665321"/>
                <a:gd name="csY0" fmla="*/ 0 h 9525"/>
                <a:gd name="csX1" fmla="*/ 665321 w 665321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65321" h="9525">
                  <a:moveTo>
                    <a:pt x="0" y="0"/>
                  </a:moveTo>
                  <a:lnTo>
                    <a:pt x="665321" y="0"/>
                  </a:lnTo>
                </a:path>
              </a:pathLst>
            </a:custGeom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81" name="Ovaal 80">
              <a:extLst>
                <a:ext uri="{FF2B5EF4-FFF2-40B4-BE49-F238E27FC236}">
                  <a16:creationId xmlns:a16="http://schemas.microsoft.com/office/drawing/2014/main" id="{47BF6D63-B5D6-30D2-E497-68D4F0B1EC5C}"/>
                </a:ext>
              </a:extLst>
            </p:cNvPr>
            <p:cNvSpPr/>
            <p:nvPr/>
          </p:nvSpPr>
          <p:spPr>
            <a:xfrm>
              <a:off x="5598595" y="4704539"/>
              <a:ext cx="154495" cy="154495"/>
            </a:xfrm>
            <a:prstGeom prst="ellipse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94283CD2-7E9B-FBDD-2219-4A0C0FAFAE5D}"/>
                </a:ext>
              </a:extLst>
            </p:cNvPr>
            <p:cNvSpPr/>
            <p:nvPr/>
          </p:nvSpPr>
          <p:spPr>
            <a:xfrm>
              <a:off x="5558494" y="4916625"/>
              <a:ext cx="472725" cy="817647"/>
            </a:xfrm>
            <a:custGeom>
              <a:avLst/>
              <a:gdLst>
                <a:gd name="csX0" fmla="*/ 284226 w 472725"/>
                <a:gd name="csY0" fmla="*/ 211586 h 817647"/>
                <a:gd name="csX1" fmla="*/ 431673 w 472725"/>
                <a:gd name="csY1" fmla="*/ 211586 h 817647"/>
                <a:gd name="csX2" fmla="*/ 472726 w 472725"/>
                <a:gd name="csY2" fmla="*/ 170533 h 817647"/>
                <a:gd name="csX3" fmla="*/ 472726 w 472725"/>
                <a:gd name="csY3" fmla="*/ 170533 h 817647"/>
                <a:gd name="csX4" fmla="*/ 431673 w 472725"/>
                <a:gd name="csY4" fmla="*/ 129480 h 817647"/>
                <a:gd name="csX5" fmla="*/ 337566 w 472725"/>
                <a:gd name="csY5" fmla="*/ 129480 h 817647"/>
                <a:gd name="csX6" fmla="*/ 180118 w 472725"/>
                <a:gd name="csY6" fmla="*/ 23276 h 817647"/>
                <a:gd name="csX7" fmla="*/ 179927 w 472725"/>
                <a:gd name="csY7" fmla="*/ 23467 h 817647"/>
                <a:gd name="csX8" fmla="*/ 106204 w 472725"/>
                <a:gd name="csY8" fmla="*/ 131 h 817647"/>
                <a:gd name="csX9" fmla="*/ 0 w 472725"/>
                <a:gd name="csY9" fmla="*/ 115859 h 817647"/>
                <a:gd name="csX10" fmla="*/ 0 w 472725"/>
                <a:gd name="csY10" fmla="*/ 341888 h 817647"/>
                <a:gd name="csX11" fmla="*/ 87630 w 472725"/>
                <a:gd name="csY11" fmla="*/ 429518 h 817647"/>
                <a:gd name="csX12" fmla="*/ 295370 w 472725"/>
                <a:gd name="csY12" fmla="*/ 429518 h 817647"/>
                <a:gd name="csX13" fmla="*/ 352234 w 472725"/>
                <a:gd name="csY13" fmla="*/ 486382 h 817647"/>
                <a:gd name="csX14" fmla="*/ 352234 w 472725"/>
                <a:gd name="csY14" fmla="*/ 758606 h 817647"/>
                <a:gd name="csX15" fmla="*/ 405098 w 472725"/>
                <a:gd name="csY15" fmla="*/ 817566 h 817647"/>
                <a:gd name="csX16" fmla="*/ 463963 w 472725"/>
                <a:gd name="csY16" fmla="*/ 761750 h 817647"/>
                <a:gd name="csX17" fmla="*/ 463963 w 472725"/>
                <a:gd name="csY17" fmla="*/ 455330 h 817647"/>
                <a:gd name="csX18" fmla="*/ 332232 w 472725"/>
                <a:gd name="csY18" fmla="*/ 320361 h 817647"/>
                <a:gd name="csX19" fmla="*/ 194691 w 472725"/>
                <a:gd name="csY19" fmla="*/ 317789 h 817647"/>
                <a:gd name="csX20" fmla="*/ 194691 w 472725"/>
                <a:gd name="csY20" fmla="*/ 149006 h 817647"/>
                <a:gd name="csX21" fmla="*/ 284321 w 472725"/>
                <a:gd name="csY21" fmla="*/ 211681 h 8176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472725" h="817647">
                  <a:moveTo>
                    <a:pt x="284226" y="211586"/>
                  </a:moveTo>
                  <a:lnTo>
                    <a:pt x="431673" y="211586"/>
                  </a:lnTo>
                  <a:cubicBezTo>
                    <a:pt x="454342" y="211586"/>
                    <a:pt x="472726" y="193202"/>
                    <a:pt x="472726" y="170533"/>
                  </a:cubicBezTo>
                  <a:lnTo>
                    <a:pt x="472726" y="170533"/>
                  </a:lnTo>
                  <a:cubicBezTo>
                    <a:pt x="472726" y="147863"/>
                    <a:pt x="454342" y="129480"/>
                    <a:pt x="431673" y="129480"/>
                  </a:cubicBezTo>
                  <a:lnTo>
                    <a:pt x="337566" y="129480"/>
                  </a:lnTo>
                  <a:lnTo>
                    <a:pt x="180118" y="23276"/>
                  </a:lnTo>
                  <a:lnTo>
                    <a:pt x="179927" y="23467"/>
                  </a:lnTo>
                  <a:cubicBezTo>
                    <a:pt x="159734" y="7751"/>
                    <a:pt x="134017" y="-1203"/>
                    <a:pt x="106204" y="131"/>
                  </a:cubicBezTo>
                  <a:cubicBezTo>
                    <a:pt x="46006" y="2988"/>
                    <a:pt x="0" y="55566"/>
                    <a:pt x="0" y="115859"/>
                  </a:cubicBezTo>
                  <a:lnTo>
                    <a:pt x="0" y="341888"/>
                  </a:lnTo>
                  <a:cubicBezTo>
                    <a:pt x="0" y="390275"/>
                    <a:pt x="39243" y="429518"/>
                    <a:pt x="87630" y="429518"/>
                  </a:cubicBezTo>
                  <a:lnTo>
                    <a:pt x="295370" y="429518"/>
                  </a:lnTo>
                  <a:cubicBezTo>
                    <a:pt x="326803" y="429518"/>
                    <a:pt x="352234" y="454949"/>
                    <a:pt x="352234" y="486382"/>
                  </a:cubicBezTo>
                  <a:lnTo>
                    <a:pt x="352234" y="758606"/>
                  </a:lnTo>
                  <a:cubicBezTo>
                    <a:pt x="352234" y="788896"/>
                    <a:pt x="374904" y="815947"/>
                    <a:pt x="405098" y="817566"/>
                  </a:cubicBezTo>
                  <a:cubicBezTo>
                    <a:pt x="437293" y="819281"/>
                    <a:pt x="463963" y="793658"/>
                    <a:pt x="463963" y="761750"/>
                  </a:cubicBezTo>
                  <a:lnTo>
                    <a:pt x="463963" y="455330"/>
                  </a:lnTo>
                  <a:cubicBezTo>
                    <a:pt x="463963" y="381988"/>
                    <a:pt x="405479" y="322171"/>
                    <a:pt x="332232" y="320361"/>
                  </a:cubicBezTo>
                  <a:lnTo>
                    <a:pt x="194691" y="317789"/>
                  </a:lnTo>
                  <a:lnTo>
                    <a:pt x="194691" y="149006"/>
                  </a:lnTo>
                  <a:lnTo>
                    <a:pt x="284321" y="211681"/>
                  </a:lnTo>
                  <a:close/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grpSp>
          <p:nvGrpSpPr>
            <p:cNvPr id="83" name="Graphic 76">
              <a:extLst>
                <a:ext uri="{FF2B5EF4-FFF2-40B4-BE49-F238E27FC236}">
                  <a16:creationId xmlns:a16="http://schemas.microsoft.com/office/drawing/2014/main" id="{1B145399-A5F4-EE32-6979-0B5A5E0E3602}"/>
                </a:ext>
              </a:extLst>
            </p:cNvPr>
            <p:cNvGrpSpPr/>
            <p:nvPr/>
          </p:nvGrpSpPr>
          <p:grpSpPr>
            <a:xfrm>
              <a:off x="5386377" y="4859129"/>
              <a:ext cx="447960" cy="898588"/>
              <a:chOff x="5386377" y="4859129"/>
              <a:chExt cx="447960" cy="898588"/>
            </a:xfrm>
            <a:noFill/>
          </p:grpSpPr>
          <p:sp>
            <p:nvSpPr>
              <p:cNvPr id="84" name="Vrije vorm: vorm 83">
                <a:extLst>
                  <a:ext uri="{FF2B5EF4-FFF2-40B4-BE49-F238E27FC236}">
                    <a16:creationId xmlns:a16="http://schemas.microsoft.com/office/drawing/2014/main" id="{15BCD638-26D4-0998-8B37-1BBCCEDF69F5}"/>
                  </a:ext>
                </a:extLst>
              </p:cNvPr>
              <p:cNvSpPr/>
              <p:nvPr/>
            </p:nvSpPr>
            <p:spPr>
              <a:xfrm>
                <a:off x="5488867" y="5757718"/>
                <a:ext cx="243078" cy="9525"/>
              </a:xfrm>
              <a:custGeom>
                <a:avLst/>
                <a:gdLst>
                  <a:gd name="csX0" fmla="*/ 243078 w 243078"/>
                  <a:gd name="csY0" fmla="*/ 0 h 9525"/>
                  <a:gd name="csX1" fmla="*/ 0 w 243078"/>
                  <a:gd name="csY1" fmla="*/ 0 h 95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43078" h="9525">
                    <a:moveTo>
                      <a:pt x="243078" y="0"/>
                    </a:moveTo>
                    <a:lnTo>
                      <a:pt x="0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85" name="Vrije vorm: vorm 84">
                <a:extLst>
                  <a:ext uri="{FF2B5EF4-FFF2-40B4-BE49-F238E27FC236}">
                    <a16:creationId xmlns:a16="http://schemas.microsoft.com/office/drawing/2014/main" id="{F624039E-5A15-2E38-9FD0-1553FFC679B0}"/>
                  </a:ext>
                </a:extLst>
              </p:cNvPr>
              <p:cNvSpPr/>
              <p:nvPr/>
            </p:nvSpPr>
            <p:spPr>
              <a:xfrm>
                <a:off x="5610406" y="5418628"/>
                <a:ext cx="9525" cy="339089"/>
              </a:xfrm>
              <a:custGeom>
                <a:avLst/>
                <a:gdLst>
                  <a:gd name="csX0" fmla="*/ 0 w 9525"/>
                  <a:gd name="csY0" fmla="*/ 0 h 339089"/>
                  <a:gd name="csX1" fmla="*/ 0 w 9525"/>
                  <a:gd name="csY1" fmla="*/ 339090 h 3390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339089">
                    <a:moveTo>
                      <a:pt x="0" y="0"/>
                    </a:moveTo>
                    <a:lnTo>
                      <a:pt x="0" y="33909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86" name="Vrije vorm: vorm 85">
                <a:extLst>
                  <a:ext uri="{FF2B5EF4-FFF2-40B4-BE49-F238E27FC236}">
                    <a16:creationId xmlns:a16="http://schemas.microsoft.com/office/drawing/2014/main" id="{DBEA6D7D-D7D2-9E2B-8D1C-906B9162409F}"/>
                  </a:ext>
                </a:extLst>
              </p:cNvPr>
              <p:cNvSpPr/>
              <p:nvPr/>
            </p:nvSpPr>
            <p:spPr>
              <a:xfrm>
                <a:off x="5386377" y="4859129"/>
                <a:ext cx="447960" cy="559498"/>
              </a:xfrm>
              <a:custGeom>
                <a:avLst/>
                <a:gdLst>
                  <a:gd name="csX0" fmla="*/ 0 w 447960"/>
                  <a:gd name="csY0" fmla="*/ 0 h 559498"/>
                  <a:gd name="csX1" fmla="*/ 0 w 447960"/>
                  <a:gd name="csY1" fmla="*/ 459010 h 559498"/>
                  <a:gd name="csX2" fmla="*/ 100489 w 447960"/>
                  <a:gd name="csY2" fmla="*/ 559498 h 559498"/>
                  <a:gd name="csX3" fmla="*/ 447961 w 447960"/>
                  <a:gd name="csY3" fmla="*/ 559498 h 5594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47960" h="559498">
                    <a:moveTo>
                      <a:pt x="0" y="0"/>
                    </a:moveTo>
                    <a:lnTo>
                      <a:pt x="0" y="459010"/>
                    </a:lnTo>
                    <a:cubicBezTo>
                      <a:pt x="0" y="514540"/>
                      <a:pt x="45053" y="559498"/>
                      <a:pt x="100489" y="559498"/>
                    </a:cubicBezTo>
                    <a:lnTo>
                      <a:pt x="447961" y="559498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87" name="Vrije vorm: vorm 86">
                <a:extLst>
                  <a:ext uri="{FF2B5EF4-FFF2-40B4-BE49-F238E27FC236}">
                    <a16:creationId xmlns:a16="http://schemas.microsoft.com/office/drawing/2014/main" id="{AB215D3A-8783-F7C2-55F8-9B1624CA1DF7}"/>
                  </a:ext>
                </a:extLst>
              </p:cNvPr>
              <p:cNvSpPr/>
              <p:nvPr/>
            </p:nvSpPr>
            <p:spPr>
              <a:xfrm>
                <a:off x="5419525" y="5252702"/>
                <a:ext cx="358044" cy="166020"/>
              </a:xfrm>
              <a:custGeom>
                <a:avLst/>
                <a:gdLst>
                  <a:gd name="csX0" fmla="*/ 0 w 358044"/>
                  <a:gd name="csY0" fmla="*/ 0 h 166020"/>
                  <a:gd name="csX1" fmla="*/ 234887 w 358044"/>
                  <a:gd name="csY1" fmla="*/ 0 h 166020"/>
                  <a:gd name="csX2" fmla="*/ 302228 w 358044"/>
                  <a:gd name="csY2" fmla="*/ 43339 h 166020"/>
                  <a:gd name="csX3" fmla="*/ 358045 w 358044"/>
                  <a:gd name="csY3" fmla="*/ 166021 h 1660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58044" h="166020">
                    <a:moveTo>
                      <a:pt x="0" y="0"/>
                    </a:moveTo>
                    <a:lnTo>
                      <a:pt x="234887" y="0"/>
                    </a:lnTo>
                    <a:cubicBezTo>
                      <a:pt x="263842" y="0"/>
                      <a:pt x="290227" y="16954"/>
                      <a:pt x="302228" y="43339"/>
                    </a:cubicBezTo>
                    <a:lnTo>
                      <a:pt x="358045" y="166021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</p:grpSp>
        <p:sp>
          <p:nvSpPr>
            <p:cNvPr id="88" name="Vrije vorm: vorm 87">
              <a:extLst>
                <a:ext uri="{FF2B5EF4-FFF2-40B4-BE49-F238E27FC236}">
                  <a16:creationId xmlns:a16="http://schemas.microsoft.com/office/drawing/2014/main" id="{0D80AF6F-E429-794F-A5F1-D41D31715C53}"/>
                </a:ext>
              </a:extLst>
            </p:cNvPr>
            <p:cNvSpPr/>
            <p:nvPr/>
          </p:nvSpPr>
          <p:spPr>
            <a:xfrm>
              <a:off x="6184001" y="4417550"/>
              <a:ext cx="269843" cy="77819"/>
            </a:xfrm>
            <a:custGeom>
              <a:avLst/>
              <a:gdLst>
                <a:gd name="csX0" fmla="*/ 0 w 269843"/>
                <a:gd name="csY0" fmla="*/ 77819 h 77819"/>
                <a:gd name="csX1" fmla="*/ 134969 w 269843"/>
                <a:gd name="csY1" fmla="*/ 0 h 77819"/>
                <a:gd name="csX2" fmla="*/ 134969 w 269843"/>
                <a:gd name="csY2" fmla="*/ 0 h 77819"/>
                <a:gd name="csX3" fmla="*/ 269843 w 269843"/>
                <a:gd name="csY3" fmla="*/ 77248 h 77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9843" h="77819">
                  <a:moveTo>
                    <a:pt x="0" y="77819"/>
                  </a:moveTo>
                  <a:cubicBezTo>
                    <a:pt x="12668" y="14764"/>
                    <a:pt x="68294" y="0"/>
                    <a:pt x="134969" y="0"/>
                  </a:cubicBezTo>
                  <a:lnTo>
                    <a:pt x="134969" y="0"/>
                  </a:lnTo>
                  <a:cubicBezTo>
                    <a:pt x="201549" y="0"/>
                    <a:pt x="256984" y="14478"/>
                    <a:pt x="269843" y="77248"/>
                  </a:cubicBez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B3B03EA6-BCBC-C8EF-AEA6-405C58FF3666}"/>
                </a:ext>
              </a:extLst>
            </p:cNvPr>
            <p:cNvSpPr/>
            <p:nvPr/>
          </p:nvSpPr>
          <p:spPr>
            <a:xfrm rot="16751400">
              <a:off x="6241821" y="4193949"/>
              <a:ext cx="154114" cy="154114"/>
            </a:xfrm>
            <a:prstGeom prst="ellipse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0" name="Vrije vorm: vorm 89">
              <a:extLst>
                <a:ext uri="{FF2B5EF4-FFF2-40B4-BE49-F238E27FC236}">
                  <a16:creationId xmlns:a16="http://schemas.microsoft.com/office/drawing/2014/main" id="{DA456573-2E7D-07D9-6E52-1263E6C8820D}"/>
                </a:ext>
              </a:extLst>
            </p:cNvPr>
            <p:cNvSpPr/>
            <p:nvPr/>
          </p:nvSpPr>
          <p:spPr>
            <a:xfrm>
              <a:off x="6216386" y="5757718"/>
              <a:ext cx="180975" cy="9525"/>
            </a:xfrm>
            <a:custGeom>
              <a:avLst/>
              <a:gdLst>
                <a:gd name="csX0" fmla="*/ 0 w 180975"/>
                <a:gd name="csY0" fmla="*/ 0 h 9525"/>
                <a:gd name="csX1" fmla="*/ 180975 w 18097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0975" h="952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1" name="Vrije vorm: vorm 90">
              <a:extLst>
                <a:ext uri="{FF2B5EF4-FFF2-40B4-BE49-F238E27FC236}">
                  <a16:creationId xmlns:a16="http://schemas.microsoft.com/office/drawing/2014/main" id="{1E4BCAFA-7360-C456-F922-2DAE91F3C9C3}"/>
                </a:ext>
              </a:extLst>
            </p:cNvPr>
            <p:cNvSpPr/>
            <p:nvPr/>
          </p:nvSpPr>
          <p:spPr>
            <a:xfrm>
              <a:off x="6306874" y="5135354"/>
              <a:ext cx="9525" cy="622363"/>
            </a:xfrm>
            <a:custGeom>
              <a:avLst/>
              <a:gdLst>
                <a:gd name="csX0" fmla="*/ 0 w 9525"/>
                <a:gd name="csY0" fmla="*/ 622364 h 622363"/>
                <a:gd name="csX1" fmla="*/ 0 w 9525"/>
                <a:gd name="csY1" fmla="*/ 0 h 622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622363">
                  <a:moveTo>
                    <a:pt x="0" y="622364"/>
                  </a:moveTo>
                  <a:lnTo>
                    <a:pt x="0" y="0"/>
                  </a:lnTo>
                </a:path>
              </a:pathLst>
            </a:custGeom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2" name="Vrije vorm: vorm 91">
              <a:extLst>
                <a:ext uri="{FF2B5EF4-FFF2-40B4-BE49-F238E27FC236}">
                  <a16:creationId xmlns:a16="http://schemas.microsoft.com/office/drawing/2014/main" id="{72183AB7-DB9E-0436-B85E-F08B0F1D4072}"/>
                </a:ext>
              </a:extLst>
            </p:cNvPr>
            <p:cNvSpPr/>
            <p:nvPr/>
          </p:nvSpPr>
          <p:spPr>
            <a:xfrm>
              <a:off x="6081798" y="5135354"/>
              <a:ext cx="659796" cy="9525"/>
            </a:xfrm>
            <a:custGeom>
              <a:avLst/>
              <a:gdLst>
                <a:gd name="csX0" fmla="*/ 0 w 659796"/>
                <a:gd name="csY0" fmla="*/ 0 h 9525"/>
                <a:gd name="csX1" fmla="*/ 659797 w 659796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796" h="9525">
                  <a:moveTo>
                    <a:pt x="0" y="0"/>
                  </a:moveTo>
                  <a:lnTo>
                    <a:pt x="659797" y="0"/>
                  </a:lnTo>
                </a:path>
              </a:pathLst>
            </a:custGeom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3" name="Vrije vorm: vorm 92">
              <a:extLst>
                <a:ext uri="{FF2B5EF4-FFF2-40B4-BE49-F238E27FC236}">
                  <a16:creationId xmlns:a16="http://schemas.microsoft.com/office/drawing/2014/main" id="{3C189DEB-9526-B0D6-3EA2-4EDAD5D2F4AE}"/>
                </a:ext>
              </a:extLst>
            </p:cNvPr>
            <p:cNvSpPr/>
            <p:nvPr/>
          </p:nvSpPr>
          <p:spPr>
            <a:xfrm>
              <a:off x="6940191" y="5757718"/>
              <a:ext cx="202406" cy="9525"/>
            </a:xfrm>
            <a:custGeom>
              <a:avLst/>
              <a:gdLst>
                <a:gd name="csX0" fmla="*/ 0 w 202406"/>
                <a:gd name="csY0" fmla="*/ 0 h 9525"/>
                <a:gd name="csX1" fmla="*/ 202406 w 202406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2406" h="9525">
                  <a:moveTo>
                    <a:pt x="0" y="0"/>
                  </a:moveTo>
                  <a:lnTo>
                    <a:pt x="202406" y="0"/>
                  </a:lnTo>
                </a:path>
              </a:pathLst>
            </a:custGeom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FB893731-7035-3E23-E6AB-4F8E3E876792}"/>
                </a:ext>
              </a:extLst>
            </p:cNvPr>
            <p:cNvSpPr/>
            <p:nvPr/>
          </p:nvSpPr>
          <p:spPr>
            <a:xfrm>
              <a:off x="7041346" y="5426819"/>
              <a:ext cx="9525" cy="330898"/>
            </a:xfrm>
            <a:custGeom>
              <a:avLst/>
              <a:gdLst>
                <a:gd name="csX0" fmla="*/ 0 w 9525"/>
                <a:gd name="csY0" fmla="*/ 0 h 330898"/>
                <a:gd name="csX1" fmla="*/ 0 w 9525"/>
                <a:gd name="csY1" fmla="*/ 330899 h 3308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330898">
                  <a:moveTo>
                    <a:pt x="0" y="0"/>
                  </a:moveTo>
                  <a:lnTo>
                    <a:pt x="0" y="330899"/>
                  </a:lnTo>
                </a:path>
              </a:pathLst>
            </a:custGeom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737987F3-5831-701D-C750-DD60090626C6}"/>
                </a:ext>
              </a:extLst>
            </p:cNvPr>
            <p:cNvSpPr/>
            <p:nvPr/>
          </p:nvSpPr>
          <p:spPr>
            <a:xfrm>
              <a:off x="6792839" y="4760545"/>
              <a:ext cx="497205" cy="666369"/>
            </a:xfrm>
            <a:custGeom>
              <a:avLst/>
              <a:gdLst>
                <a:gd name="csX0" fmla="*/ 497205 w 497205"/>
                <a:gd name="csY0" fmla="*/ 0 h 666369"/>
                <a:gd name="csX1" fmla="*/ 497205 w 497205"/>
                <a:gd name="csY1" fmla="*/ 554831 h 666369"/>
                <a:gd name="csX2" fmla="*/ 385667 w 497205"/>
                <a:gd name="csY2" fmla="*/ 666369 h 666369"/>
                <a:gd name="csX3" fmla="*/ 0 w 497205"/>
                <a:gd name="csY3" fmla="*/ 666369 h 6663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205" h="666369">
                  <a:moveTo>
                    <a:pt x="497205" y="0"/>
                  </a:moveTo>
                  <a:lnTo>
                    <a:pt x="497205" y="554831"/>
                  </a:lnTo>
                  <a:cubicBezTo>
                    <a:pt x="497205" y="616458"/>
                    <a:pt x="447294" y="666369"/>
                    <a:pt x="385667" y="666369"/>
                  </a:cubicBezTo>
                  <a:lnTo>
                    <a:pt x="0" y="666369"/>
                  </a:ln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5BDEE143-FCDA-6D8A-0158-0543F93C2EF1}"/>
                </a:ext>
              </a:extLst>
            </p:cNvPr>
            <p:cNvSpPr/>
            <p:nvPr/>
          </p:nvSpPr>
          <p:spPr>
            <a:xfrm>
              <a:off x="6883041" y="4655866"/>
              <a:ext cx="171640" cy="171640"/>
            </a:xfrm>
            <a:custGeom>
              <a:avLst/>
              <a:gdLst>
                <a:gd name="csX0" fmla="*/ 0 w 171640"/>
                <a:gd name="csY0" fmla="*/ 85820 h 171640"/>
                <a:gd name="csX1" fmla="*/ 85820 w 171640"/>
                <a:gd name="csY1" fmla="*/ 171640 h 171640"/>
                <a:gd name="csX2" fmla="*/ 171640 w 171640"/>
                <a:gd name="csY2" fmla="*/ 85820 h 171640"/>
                <a:gd name="csX3" fmla="*/ 85820 w 171640"/>
                <a:gd name="csY3" fmla="*/ 0 h 171640"/>
                <a:gd name="csX4" fmla="*/ 0 w 171640"/>
                <a:gd name="csY4" fmla="*/ 85820 h 171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1640" h="171640">
                  <a:moveTo>
                    <a:pt x="0" y="85820"/>
                  </a:moveTo>
                  <a:cubicBezTo>
                    <a:pt x="0" y="133159"/>
                    <a:pt x="38386" y="171640"/>
                    <a:pt x="85820" y="171640"/>
                  </a:cubicBezTo>
                  <a:cubicBezTo>
                    <a:pt x="133255" y="171640"/>
                    <a:pt x="171640" y="133255"/>
                    <a:pt x="171640" y="85820"/>
                  </a:cubicBezTo>
                  <a:cubicBezTo>
                    <a:pt x="171640" y="38386"/>
                    <a:pt x="133255" y="0"/>
                    <a:pt x="85820" y="0"/>
                  </a:cubicBezTo>
                  <a:cubicBezTo>
                    <a:pt x="38386" y="0"/>
                    <a:pt x="0" y="38386"/>
                    <a:pt x="0" y="85820"/>
                  </a:cubicBezTo>
                  <a:close/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8CB1DDBF-2E70-184F-24AC-7F6E080F0613}"/>
                </a:ext>
              </a:extLst>
            </p:cNvPr>
            <p:cNvSpPr/>
            <p:nvPr/>
          </p:nvSpPr>
          <p:spPr>
            <a:xfrm>
              <a:off x="6574335" y="4900617"/>
              <a:ext cx="524732" cy="830901"/>
            </a:xfrm>
            <a:custGeom>
              <a:avLst/>
              <a:gdLst>
                <a:gd name="csX0" fmla="*/ 308705 w 524732"/>
                <a:gd name="csY0" fmla="*/ 321700 h 830901"/>
                <a:gd name="csX1" fmla="*/ 308705 w 524732"/>
                <a:gd name="csY1" fmla="*/ 165300 h 830901"/>
                <a:gd name="csX2" fmla="*/ 209264 w 524732"/>
                <a:gd name="csY2" fmla="*/ 234832 h 830901"/>
                <a:gd name="csX3" fmla="*/ 45625 w 524732"/>
                <a:gd name="csY3" fmla="*/ 234832 h 830901"/>
                <a:gd name="csX4" fmla="*/ 0 w 524732"/>
                <a:gd name="csY4" fmla="*/ 189303 h 830901"/>
                <a:gd name="csX5" fmla="*/ 0 w 524732"/>
                <a:gd name="csY5" fmla="*/ 189303 h 830901"/>
                <a:gd name="csX6" fmla="*/ 45625 w 524732"/>
                <a:gd name="csY6" fmla="*/ 143678 h 830901"/>
                <a:gd name="csX7" fmla="*/ 150114 w 524732"/>
                <a:gd name="csY7" fmla="*/ 143678 h 830901"/>
                <a:gd name="csX8" fmla="*/ 324803 w 524732"/>
                <a:gd name="csY8" fmla="*/ 25758 h 830901"/>
                <a:gd name="csX9" fmla="*/ 324993 w 524732"/>
                <a:gd name="csY9" fmla="*/ 26044 h 830901"/>
                <a:gd name="csX10" fmla="*/ 406813 w 524732"/>
                <a:gd name="csY10" fmla="*/ 136 h 830901"/>
                <a:gd name="csX11" fmla="*/ 524732 w 524732"/>
                <a:gd name="csY11" fmla="*/ 128533 h 830901"/>
                <a:gd name="csX12" fmla="*/ 524732 w 524732"/>
                <a:gd name="csY12" fmla="*/ 348465 h 830901"/>
                <a:gd name="csX13" fmla="*/ 427577 w 524732"/>
                <a:gd name="csY13" fmla="*/ 445620 h 830901"/>
                <a:gd name="csX14" fmla="*/ 196977 w 524732"/>
                <a:gd name="csY14" fmla="*/ 445620 h 830901"/>
                <a:gd name="csX15" fmla="*/ 133922 w 524732"/>
                <a:gd name="csY15" fmla="*/ 508676 h 830901"/>
                <a:gd name="csX16" fmla="*/ 133922 w 524732"/>
                <a:gd name="csY16" fmla="*/ 765375 h 830901"/>
                <a:gd name="csX17" fmla="*/ 75248 w 524732"/>
                <a:gd name="csY17" fmla="*/ 830811 h 830901"/>
                <a:gd name="csX18" fmla="*/ 9906 w 524732"/>
                <a:gd name="csY18" fmla="*/ 768899 h 830901"/>
                <a:gd name="csX19" fmla="*/ 9906 w 524732"/>
                <a:gd name="csY19" fmla="*/ 474291 h 830901"/>
                <a:gd name="csX20" fmla="*/ 83153 w 524732"/>
                <a:gd name="csY20" fmla="*/ 345512 h 830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524732" h="830901">
                  <a:moveTo>
                    <a:pt x="308705" y="321700"/>
                  </a:moveTo>
                  <a:lnTo>
                    <a:pt x="308705" y="165300"/>
                  </a:lnTo>
                  <a:lnTo>
                    <a:pt x="209264" y="234832"/>
                  </a:lnTo>
                  <a:lnTo>
                    <a:pt x="45625" y="234832"/>
                  </a:lnTo>
                  <a:cubicBezTo>
                    <a:pt x="20479" y="234832"/>
                    <a:pt x="0" y="214449"/>
                    <a:pt x="0" y="189303"/>
                  </a:cubicBezTo>
                  <a:lnTo>
                    <a:pt x="0" y="189303"/>
                  </a:lnTo>
                  <a:cubicBezTo>
                    <a:pt x="0" y="164157"/>
                    <a:pt x="20384" y="143678"/>
                    <a:pt x="45625" y="143678"/>
                  </a:cubicBezTo>
                  <a:lnTo>
                    <a:pt x="150114" y="143678"/>
                  </a:lnTo>
                  <a:lnTo>
                    <a:pt x="324803" y="25758"/>
                  </a:lnTo>
                  <a:lnTo>
                    <a:pt x="324993" y="26044"/>
                  </a:lnTo>
                  <a:cubicBezTo>
                    <a:pt x="347472" y="8613"/>
                    <a:pt x="375952" y="-1293"/>
                    <a:pt x="406813" y="136"/>
                  </a:cubicBezTo>
                  <a:cubicBezTo>
                    <a:pt x="473678" y="3374"/>
                    <a:pt x="524732" y="61668"/>
                    <a:pt x="524732" y="128533"/>
                  </a:cubicBezTo>
                  <a:lnTo>
                    <a:pt x="524732" y="348465"/>
                  </a:lnTo>
                  <a:cubicBezTo>
                    <a:pt x="524732" y="402186"/>
                    <a:pt x="481203" y="445620"/>
                    <a:pt x="427577" y="445620"/>
                  </a:cubicBezTo>
                  <a:lnTo>
                    <a:pt x="196977" y="445620"/>
                  </a:lnTo>
                  <a:cubicBezTo>
                    <a:pt x="162116" y="445620"/>
                    <a:pt x="133922" y="473910"/>
                    <a:pt x="133922" y="508676"/>
                  </a:cubicBezTo>
                  <a:lnTo>
                    <a:pt x="133922" y="765375"/>
                  </a:lnTo>
                  <a:cubicBezTo>
                    <a:pt x="133922" y="798903"/>
                    <a:pt x="108776" y="829001"/>
                    <a:pt x="75248" y="830811"/>
                  </a:cubicBezTo>
                  <a:cubicBezTo>
                    <a:pt x="39529" y="832716"/>
                    <a:pt x="9906" y="804237"/>
                    <a:pt x="9906" y="768899"/>
                  </a:cubicBezTo>
                  <a:lnTo>
                    <a:pt x="9906" y="474291"/>
                  </a:lnTo>
                  <a:cubicBezTo>
                    <a:pt x="9906" y="419617"/>
                    <a:pt x="39243" y="371611"/>
                    <a:pt x="83153" y="345512"/>
                  </a:cubicBez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98" name="Vrije vorm: vorm 97">
              <a:extLst>
                <a:ext uri="{FF2B5EF4-FFF2-40B4-BE49-F238E27FC236}">
                  <a16:creationId xmlns:a16="http://schemas.microsoft.com/office/drawing/2014/main" id="{6912489B-794F-0F15-5837-2A90B5D7817A}"/>
                </a:ext>
              </a:extLst>
            </p:cNvPr>
            <p:cNvSpPr/>
            <p:nvPr/>
          </p:nvSpPr>
          <p:spPr>
            <a:xfrm>
              <a:off x="5821860" y="4073984"/>
              <a:ext cx="988314" cy="679132"/>
            </a:xfrm>
            <a:custGeom>
              <a:avLst/>
              <a:gdLst>
                <a:gd name="csX0" fmla="*/ 271844 w 988314"/>
                <a:gd name="csY0" fmla="*/ 0 h 679132"/>
                <a:gd name="csX1" fmla="*/ 716375 w 988314"/>
                <a:gd name="csY1" fmla="*/ 0 h 679132"/>
                <a:gd name="csX2" fmla="*/ 988314 w 988314"/>
                <a:gd name="csY2" fmla="*/ 271939 h 679132"/>
                <a:gd name="csX3" fmla="*/ 988314 w 988314"/>
                <a:gd name="csY3" fmla="*/ 271939 h 679132"/>
                <a:gd name="csX4" fmla="*/ 716375 w 988314"/>
                <a:gd name="csY4" fmla="*/ 543878 h 679132"/>
                <a:gd name="csX5" fmla="*/ 707327 w 988314"/>
                <a:gd name="csY5" fmla="*/ 543878 h 679132"/>
                <a:gd name="csX6" fmla="*/ 707327 w 988314"/>
                <a:gd name="csY6" fmla="*/ 679132 h 679132"/>
                <a:gd name="csX7" fmla="*/ 472535 w 988314"/>
                <a:gd name="csY7" fmla="*/ 543878 h 679132"/>
                <a:gd name="csX8" fmla="*/ 271939 w 988314"/>
                <a:gd name="csY8" fmla="*/ 543878 h 679132"/>
                <a:gd name="csX9" fmla="*/ 0 w 988314"/>
                <a:gd name="csY9" fmla="*/ 271939 h 679132"/>
                <a:gd name="csX10" fmla="*/ 0 w 988314"/>
                <a:gd name="csY10" fmla="*/ 271939 h 679132"/>
                <a:gd name="csX11" fmla="*/ 271939 w 988314"/>
                <a:gd name="csY11" fmla="*/ 0 h 6791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988314" h="679132">
                  <a:moveTo>
                    <a:pt x="271844" y="0"/>
                  </a:moveTo>
                  <a:lnTo>
                    <a:pt x="716375" y="0"/>
                  </a:lnTo>
                  <a:cubicBezTo>
                    <a:pt x="866585" y="0"/>
                    <a:pt x="988314" y="121729"/>
                    <a:pt x="988314" y="271939"/>
                  </a:cubicBezTo>
                  <a:lnTo>
                    <a:pt x="988314" y="271939"/>
                  </a:lnTo>
                  <a:cubicBezTo>
                    <a:pt x="988314" y="422148"/>
                    <a:pt x="866585" y="543878"/>
                    <a:pt x="716375" y="543878"/>
                  </a:cubicBezTo>
                  <a:lnTo>
                    <a:pt x="707327" y="543878"/>
                  </a:lnTo>
                  <a:lnTo>
                    <a:pt x="707327" y="679132"/>
                  </a:lnTo>
                  <a:lnTo>
                    <a:pt x="472535" y="543878"/>
                  </a:lnTo>
                  <a:lnTo>
                    <a:pt x="271939" y="543878"/>
                  </a:lnTo>
                  <a:cubicBezTo>
                    <a:pt x="121730" y="543878"/>
                    <a:pt x="0" y="422148"/>
                    <a:pt x="0" y="271939"/>
                  </a:cubicBezTo>
                  <a:lnTo>
                    <a:pt x="0" y="271939"/>
                  </a:lnTo>
                  <a:cubicBezTo>
                    <a:pt x="0" y="121729"/>
                    <a:pt x="121730" y="0"/>
                    <a:pt x="271939" y="0"/>
                  </a:cubicBezTo>
                  <a:close/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19" name="Groep 118">
            <a:extLst>
              <a:ext uri="{FF2B5EF4-FFF2-40B4-BE49-F238E27FC236}">
                <a16:creationId xmlns:a16="http://schemas.microsoft.com/office/drawing/2014/main" id="{9B7B40A7-C383-B549-2825-7DCA84FED310}"/>
              </a:ext>
            </a:extLst>
          </p:cNvPr>
          <p:cNvGrpSpPr/>
          <p:nvPr userDrawn="1"/>
        </p:nvGrpSpPr>
        <p:grpSpPr>
          <a:xfrm>
            <a:off x="4307759" y="2764135"/>
            <a:ext cx="1226841" cy="1030135"/>
            <a:chOff x="5197092" y="3568003"/>
            <a:chExt cx="1632957" cy="1371136"/>
          </a:xfrm>
        </p:grpSpPr>
        <p:grpSp>
          <p:nvGrpSpPr>
            <p:cNvPr id="103" name="Graphic 100">
              <a:extLst>
                <a:ext uri="{FF2B5EF4-FFF2-40B4-BE49-F238E27FC236}">
                  <a16:creationId xmlns:a16="http://schemas.microsoft.com/office/drawing/2014/main" id="{7411D1A7-EDCE-B725-5234-C0D10503D6EE}"/>
                </a:ext>
              </a:extLst>
            </p:cNvPr>
            <p:cNvGrpSpPr/>
            <p:nvPr/>
          </p:nvGrpSpPr>
          <p:grpSpPr>
            <a:xfrm>
              <a:off x="5197092" y="3568003"/>
              <a:ext cx="1632957" cy="1371136"/>
              <a:chOff x="5197092" y="3568003"/>
              <a:chExt cx="1632957" cy="1371136"/>
            </a:xfrm>
            <a:noFill/>
          </p:grpSpPr>
          <p:sp>
            <p:nvSpPr>
              <p:cNvPr id="104" name="Vrije vorm: vorm 103">
                <a:extLst>
                  <a:ext uri="{FF2B5EF4-FFF2-40B4-BE49-F238E27FC236}">
                    <a16:creationId xmlns:a16="http://schemas.microsoft.com/office/drawing/2014/main" id="{6AA08CD6-A404-09D9-6C25-1FC44B4778BC}"/>
                  </a:ext>
                </a:extLst>
              </p:cNvPr>
              <p:cNvSpPr/>
              <p:nvPr/>
            </p:nvSpPr>
            <p:spPr>
              <a:xfrm>
                <a:off x="5638708" y="4109131"/>
                <a:ext cx="305847" cy="204692"/>
              </a:xfrm>
              <a:custGeom>
                <a:avLst/>
                <a:gdLst>
                  <a:gd name="csX0" fmla="*/ 305848 w 305847"/>
                  <a:gd name="csY0" fmla="*/ 204692 h 204692"/>
                  <a:gd name="csX1" fmla="*/ 290322 w 305847"/>
                  <a:gd name="csY1" fmla="*/ 147161 h 204692"/>
                  <a:gd name="csX2" fmla="*/ 120967 w 305847"/>
                  <a:gd name="csY2" fmla="*/ 8954 h 204692"/>
                  <a:gd name="csX3" fmla="*/ 120110 w 305847"/>
                  <a:gd name="csY3" fmla="*/ 8858 h 204692"/>
                  <a:gd name="csX4" fmla="*/ 0 w 305847"/>
                  <a:gd name="csY4" fmla="*/ 0 h 2046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05847" h="204692">
                    <a:moveTo>
                      <a:pt x="305848" y="204692"/>
                    </a:moveTo>
                    <a:cubicBezTo>
                      <a:pt x="301371" y="183071"/>
                      <a:pt x="296037" y="164021"/>
                      <a:pt x="290322" y="147161"/>
                    </a:cubicBezTo>
                    <a:cubicBezTo>
                      <a:pt x="265081" y="72676"/>
                      <a:pt x="198882" y="19717"/>
                      <a:pt x="120967" y="8954"/>
                    </a:cubicBezTo>
                    <a:cubicBezTo>
                      <a:pt x="120682" y="8954"/>
                      <a:pt x="120396" y="8954"/>
                      <a:pt x="120110" y="8858"/>
                    </a:cubicBezTo>
                    <a:cubicBezTo>
                      <a:pt x="80296" y="3334"/>
                      <a:pt x="40196" y="571"/>
                      <a:pt x="0" y="0"/>
                    </a:cubicBez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05" name="Vrije vorm: vorm 104">
                <a:extLst>
                  <a:ext uri="{FF2B5EF4-FFF2-40B4-BE49-F238E27FC236}">
                    <a16:creationId xmlns:a16="http://schemas.microsoft.com/office/drawing/2014/main" id="{31324103-F802-F3A7-7ADF-AACBBF92A90B}"/>
                  </a:ext>
                </a:extLst>
              </p:cNvPr>
              <p:cNvSpPr/>
              <p:nvPr/>
            </p:nvSpPr>
            <p:spPr>
              <a:xfrm>
                <a:off x="5772153" y="4363258"/>
                <a:ext cx="397859" cy="568547"/>
              </a:xfrm>
              <a:custGeom>
                <a:avLst/>
                <a:gdLst>
                  <a:gd name="csX0" fmla="*/ 0 w 397859"/>
                  <a:gd name="csY0" fmla="*/ 568547 h 568547"/>
                  <a:gd name="csX1" fmla="*/ 5620 w 397859"/>
                  <a:gd name="csY1" fmla="*/ 306324 h 568547"/>
                  <a:gd name="csX2" fmla="*/ 50768 w 397859"/>
                  <a:gd name="csY2" fmla="*/ 3905 h 568547"/>
                  <a:gd name="csX3" fmla="*/ 50768 w 397859"/>
                  <a:gd name="csY3" fmla="*/ 0 h 568547"/>
                  <a:gd name="csX4" fmla="*/ 94107 w 397859"/>
                  <a:gd name="csY4" fmla="*/ 148114 h 568547"/>
                  <a:gd name="csX5" fmla="*/ 170307 w 397859"/>
                  <a:gd name="csY5" fmla="*/ 189929 h 568547"/>
                  <a:gd name="csX6" fmla="*/ 397859 w 397859"/>
                  <a:gd name="csY6" fmla="*/ 123825 h 5685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97859" h="568547">
                    <a:moveTo>
                      <a:pt x="0" y="568547"/>
                    </a:moveTo>
                    <a:lnTo>
                      <a:pt x="5620" y="306324"/>
                    </a:lnTo>
                    <a:lnTo>
                      <a:pt x="50768" y="3905"/>
                    </a:lnTo>
                    <a:lnTo>
                      <a:pt x="50768" y="0"/>
                    </a:lnTo>
                    <a:lnTo>
                      <a:pt x="94107" y="148114"/>
                    </a:lnTo>
                    <a:cubicBezTo>
                      <a:pt x="103632" y="180689"/>
                      <a:pt x="137732" y="199358"/>
                      <a:pt x="170307" y="189929"/>
                    </a:cubicBezTo>
                    <a:lnTo>
                      <a:pt x="397859" y="123825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06" name="Ovaal 105">
                <a:extLst>
                  <a:ext uri="{FF2B5EF4-FFF2-40B4-BE49-F238E27FC236}">
                    <a16:creationId xmlns:a16="http://schemas.microsoft.com/office/drawing/2014/main" id="{4EDB4AE4-731C-2AE5-4405-0A19183FF479}"/>
                  </a:ext>
                </a:extLst>
              </p:cNvPr>
              <p:cNvSpPr/>
              <p:nvPr/>
            </p:nvSpPr>
            <p:spPr>
              <a:xfrm rot="-2700000">
                <a:off x="5578480" y="3822062"/>
                <a:ext cx="213169" cy="213169"/>
              </a:xfrm>
              <a:prstGeom prst="ellipse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07" name="Vrije vorm: vorm 106">
                <a:extLst>
                  <a:ext uri="{FF2B5EF4-FFF2-40B4-BE49-F238E27FC236}">
                    <a16:creationId xmlns:a16="http://schemas.microsoft.com/office/drawing/2014/main" id="{7FF1E40F-9275-6995-EC2F-784E8F52C222}"/>
                  </a:ext>
                </a:extLst>
              </p:cNvPr>
              <p:cNvSpPr/>
              <p:nvPr/>
            </p:nvSpPr>
            <p:spPr>
              <a:xfrm>
                <a:off x="5197092" y="3852075"/>
                <a:ext cx="433423" cy="1079730"/>
              </a:xfrm>
              <a:custGeom>
                <a:avLst/>
                <a:gdLst>
                  <a:gd name="csX0" fmla="*/ 433424 w 433423"/>
                  <a:gd name="csY0" fmla="*/ 257056 h 1079730"/>
                  <a:gd name="csX1" fmla="*/ 340364 w 433423"/>
                  <a:gd name="csY1" fmla="*/ 257056 h 1079730"/>
                  <a:gd name="csX2" fmla="*/ 100525 w 433423"/>
                  <a:gd name="csY2" fmla="*/ 17216 h 1079730"/>
                  <a:gd name="csX3" fmla="*/ 17276 w 433423"/>
                  <a:gd name="csY3" fmla="*/ 17216 h 1079730"/>
                  <a:gd name="csX4" fmla="*/ 17276 w 433423"/>
                  <a:gd name="csY4" fmla="*/ 17216 h 1079730"/>
                  <a:gd name="csX5" fmla="*/ 14990 w 433423"/>
                  <a:gd name="csY5" fmla="*/ 97988 h 1079730"/>
                  <a:gd name="csX6" fmla="*/ 320267 w 433423"/>
                  <a:gd name="csY6" fmla="*/ 439650 h 1079730"/>
                  <a:gd name="csX7" fmla="*/ 298169 w 433423"/>
                  <a:gd name="csY7" fmla="*/ 529280 h 1079730"/>
                  <a:gd name="csX8" fmla="*/ 252639 w 433423"/>
                  <a:gd name="csY8" fmla="*/ 903613 h 1079730"/>
                  <a:gd name="csX9" fmla="*/ 252639 w 433423"/>
                  <a:gd name="csY9" fmla="*/ 1079730 h 10797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433423" h="1079730">
                    <a:moveTo>
                      <a:pt x="433424" y="257056"/>
                    </a:moveTo>
                    <a:lnTo>
                      <a:pt x="340364" y="257056"/>
                    </a:lnTo>
                    <a:lnTo>
                      <a:pt x="100525" y="17216"/>
                    </a:lnTo>
                    <a:cubicBezTo>
                      <a:pt x="77570" y="-5739"/>
                      <a:pt x="40232" y="-5739"/>
                      <a:pt x="17276" y="17216"/>
                    </a:cubicBezTo>
                    <a:lnTo>
                      <a:pt x="17276" y="17216"/>
                    </a:lnTo>
                    <a:cubicBezTo>
                      <a:pt x="-4822" y="39314"/>
                      <a:pt x="-5869" y="74747"/>
                      <a:pt x="14990" y="97988"/>
                    </a:cubicBezTo>
                    <a:cubicBezTo>
                      <a:pt x="103954" y="197715"/>
                      <a:pt x="320267" y="439650"/>
                      <a:pt x="320267" y="439650"/>
                    </a:cubicBezTo>
                    <a:lnTo>
                      <a:pt x="298169" y="529280"/>
                    </a:lnTo>
                    <a:cubicBezTo>
                      <a:pt x="267974" y="651772"/>
                      <a:pt x="252639" y="777407"/>
                      <a:pt x="252639" y="903613"/>
                    </a:cubicBezTo>
                    <a:lnTo>
                      <a:pt x="252639" y="1079730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08" name="Vrije vorm: vorm 107">
                <a:extLst>
                  <a:ext uri="{FF2B5EF4-FFF2-40B4-BE49-F238E27FC236}">
                    <a16:creationId xmlns:a16="http://schemas.microsoft.com/office/drawing/2014/main" id="{A6814F1A-7136-D415-1C27-A175BB6CEB8A}"/>
                  </a:ext>
                </a:extLst>
              </p:cNvPr>
              <p:cNvSpPr/>
              <p:nvPr/>
            </p:nvSpPr>
            <p:spPr>
              <a:xfrm>
                <a:off x="5985132" y="4321062"/>
                <a:ext cx="443293" cy="610743"/>
              </a:xfrm>
              <a:custGeom>
                <a:avLst/>
                <a:gdLst>
                  <a:gd name="csX0" fmla="*/ 443293 w 443293"/>
                  <a:gd name="csY0" fmla="*/ 610743 h 610743"/>
                  <a:gd name="csX1" fmla="*/ 434816 w 443293"/>
                  <a:gd name="csY1" fmla="*/ 252984 h 610743"/>
                  <a:gd name="csX2" fmla="*/ 386810 w 443293"/>
                  <a:gd name="csY2" fmla="*/ 3905 h 610743"/>
                  <a:gd name="csX3" fmla="*/ 386810 w 443293"/>
                  <a:gd name="csY3" fmla="*/ 0 h 610743"/>
                  <a:gd name="csX4" fmla="*/ 343471 w 443293"/>
                  <a:gd name="csY4" fmla="*/ 148114 h 610743"/>
                  <a:gd name="csX5" fmla="*/ 267271 w 443293"/>
                  <a:gd name="csY5" fmla="*/ 189929 h 610743"/>
                  <a:gd name="csX6" fmla="*/ 42957 w 443293"/>
                  <a:gd name="csY6" fmla="*/ 124778 h 610743"/>
                  <a:gd name="csX7" fmla="*/ 1047 w 443293"/>
                  <a:gd name="csY7" fmla="*/ 56579 h 610743"/>
                  <a:gd name="csX8" fmla="*/ 1047 w 443293"/>
                  <a:gd name="csY8" fmla="*/ 56579 h 610743"/>
                  <a:gd name="csX9" fmla="*/ 79343 w 443293"/>
                  <a:gd name="csY9" fmla="*/ 11335 h 610743"/>
                  <a:gd name="csX10" fmla="*/ 235553 w 443293"/>
                  <a:gd name="csY10" fmla="*/ 66199 h 610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443293" h="610743">
                    <a:moveTo>
                      <a:pt x="443293" y="610743"/>
                    </a:moveTo>
                    <a:lnTo>
                      <a:pt x="434816" y="252984"/>
                    </a:lnTo>
                    <a:lnTo>
                      <a:pt x="386810" y="3905"/>
                    </a:lnTo>
                    <a:lnTo>
                      <a:pt x="386810" y="0"/>
                    </a:lnTo>
                    <a:lnTo>
                      <a:pt x="343471" y="148114"/>
                    </a:lnTo>
                    <a:cubicBezTo>
                      <a:pt x="333946" y="180689"/>
                      <a:pt x="299847" y="199358"/>
                      <a:pt x="267271" y="189929"/>
                    </a:cubicBezTo>
                    <a:lnTo>
                      <a:pt x="42957" y="124778"/>
                    </a:lnTo>
                    <a:cubicBezTo>
                      <a:pt x="13525" y="116205"/>
                      <a:pt x="-4668" y="86678"/>
                      <a:pt x="1047" y="56579"/>
                    </a:cubicBezTo>
                    <a:lnTo>
                      <a:pt x="1047" y="56579"/>
                    </a:lnTo>
                    <a:cubicBezTo>
                      <a:pt x="7810" y="20669"/>
                      <a:pt x="44958" y="-762"/>
                      <a:pt x="79343" y="11335"/>
                    </a:cubicBezTo>
                    <a:lnTo>
                      <a:pt x="235553" y="66199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09" name="Vrije vorm: vorm 108">
                <a:extLst>
                  <a:ext uri="{FF2B5EF4-FFF2-40B4-BE49-F238E27FC236}">
                    <a16:creationId xmlns:a16="http://schemas.microsoft.com/office/drawing/2014/main" id="{E463D807-7CA2-F44D-30C7-D3E124B375BF}"/>
                  </a:ext>
                </a:extLst>
              </p:cNvPr>
              <p:cNvSpPr/>
              <p:nvPr/>
            </p:nvSpPr>
            <p:spPr>
              <a:xfrm>
                <a:off x="6588255" y="4590239"/>
                <a:ext cx="2857" cy="341566"/>
              </a:xfrm>
              <a:custGeom>
                <a:avLst/>
                <a:gdLst>
                  <a:gd name="csX0" fmla="*/ 2858 w 2857"/>
                  <a:gd name="csY0" fmla="*/ 341567 h 341566"/>
                  <a:gd name="csX1" fmla="*/ 0 w 2857"/>
                  <a:gd name="csY1" fmla="*/ 0 h 3415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857" h="341566">
                    <a:moveTo>
                      <a:pt x="2858" y="341567"/>
                    </a:moveTo>
                    <a:lnTo>
                      <a:pt x="0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10" name="Vrije vorm: vorm 109">
                <a:extLst>
                  <a:ext uri="{FF2B5EF4-FFF2-40B4-BE49-F238E27FC236}">
                    <a16:creationId xmlns:a16="http://schemas.microsoft.com/office/drawing/2014/main" id="{A5BC47A8-E7CF-B38E-420A-D00326040F72}"/>
                  </a:ext>
                </a:extLst>
              </p:cNvPr>
              <p:cNvSpPr/>
              <p:nvPr/>
            </p:nvSpPr>
            <p:spPr>
              <a:xfrm>
                <a:off x="6660835" y="3639769"/>
                <a:ext cx="169214" cy="1291941"/>
              </a:xfrm>
              <a:custGeom>
                <a:avLst/>
                <a:gdLst>
                  <a:gd name="csX0" fmla="*/ 0 w 169214"/>
                  <a:gd name="csY0" fmla="*/ 307818 h 1291941"/>
                  <a:gd name="csX1" fmla="*/ 62484 w 169214"/>
                  <a:gd name="csY1" fmla="*/ 39213 h 1291941"/>
                  <a:gd name="csX2" fmla="*/ 146113 w 169214"/>
                  <a:gd name="csY2" fmla="*/ 9972 h 1291941"/>
                  <a:gd name="csX3" fmla="*/ 146113 w 169214"/>
                  <a:gd name="csY3" fmla="*/ 9972 h 1291941"/>
                  <a:gd name="csX4" fmla="*/ 167640 w 169214"/>
                  <a:gd name="csY4" fmla="*/ 67503 h 1291941"/>
                  <a:gd name="csX5" fmla="*/ 59055 w 169214"/>
                  <a:gd name="csY5" fmla="*/ 666816 h 1291941"/>
                  <a:gd name="csX6" fmla="*/ 70675 w 169214"/>
                  <a:gd name="csY6" fmla="*/ 757398 h 1291941"/>
                  <a:gd name="csX7" fmla="*/ 84487 w 169214"/>
                  <a:gd name="csY7" fmla="*/ 974473 h 1291941"/>
                  <a:gd name="csX8" fmla="*/ 87344 w 169214"/>
                  <a:gd name="csY8" fmla="*/ 1291941 h 1291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69214" h="1291941">
                    <a:moveTo>
                      <a:pt x="0" y="307818"/>
                    </a:moveTo>
                    <a:lnTo>
                      <a:pt x="62484" y="39213"/>
                    </a:lnTo>
                    <a:cubicBezTo>
                      <a:pt x="72962" y="3399"/>
                      <a:pt x="115634" y="-11555"/>
                      <a:pt x="146113" y="9972"/>
                    </a:cubicBezTo>
                    <a:lnTo>
                      <a:pt x="146113" y="9972"/>
                    </a:lnTo>
                    <a:cubicBezTo>
                      <a:pt x="164497" y="22926"/>
                      <a:pt x="172974" y="45690"/>
                      <a:pt x="167640" y="67503"/>
                    </a:cubicBezTo>
                    <a:cubicBezTo>
                      <a:pt x="137731" y="189613"/>
                      <a:pt x="59055" y="666816"/>
                      <a:pt x="59055" y="666816"/>
                    </a:cubicBezTo>
                    <a:lnTo>
                      <a:pt x="70675" y="757398"/>
                    </a:lnTo>
                    <a:cubicBezTo>
                      <a:pt x="79915" y="829407"/>
                      <a:pt x="84487" y="901893"/>
                      <a:pt x="84487" y="974473"/>
                    </a:cubicBezTo>
                    <a:lnTo>
                      <a:pt x="87344" y="1291941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11" name="Vrije vorm: vorm 110">
                <a:extLst>
                  <a:ext uri="{FF2B5EF4-FFF2-40B4-BE49-F238E27FC236}">
                    <a16:creationId xmlns:a16="http://schemas.microsoft.com/office/drawing/2014/main" id="{9E0E3D3B-D62C-C456-3E7B-54A079BC3A0A}"/>
                  </a:ext>
                </a:extLst>
              </p:cNvPr>
              <p:cNvSpPr/>
              <p:nvPr/>
            </p:nvSpPr>
            <p:spPr>
              <a:xfrm>
                <a:off x="5862831" y="4615385"/>
                <a:ext cx="10858" cy="323754"/>
              </a:xfrm>
              <a:custGeom>
                <a:avLst/>
                <a:gdLst>
                  <a:gd name="csX0" fmla="*/ 10858 w 10858"/>
                  <a:gd name="csY0" fmla="*/ 0 h 323754"/>
                  <a:gd name="csX1" fmla="*/ 8287 w 10858"/>
                  <a:gd name="csY1" fmla="*/ 24670 h 323754"/>
                  <a:gd name="csX2" fmla="*/ 0 w 10858"/>
                  <a:gd name="csY2" fmla="*/ 323755 h 3237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0858" h="323754">
                    <a:moveTo>
                      <a:pt x="10858" y="0"/>
                    </a:moveTo>
                    <a:lnTo>
                      <a:pt x="8287" y="24670"/>
                    </a:lnTo>
                    <a:lnTo>
                      <a:pt x="0" y="323755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12" name="Vrije vorm: vorm 111">
                <a:extLst>
                  <a:ext uri="{FF2B5EF4-FFF2-40B4-BE49-F238E27FC236}">
                    <a16:creationId xmlns:a16="http://schemas.microsoft.com/office/drawing/2014/main" id="{2A14F131-D76E-5B6D-6F7C-DC97CB6575CA}"/>
                  </a:ext>
                </a:extLst>
              </p:cNvPr>
              <p:cNvSpPr/>
              <p:nvPr/>
            </p:nvSpPr>
            <p:spPr>
              <a:xfrm>
                <a:off x="6234782" y="4262007"/>
                <a:ext cx="19050" cy="126682"/>
              </a:xfrm>
              <a:custGeom>
                <a:avLst/>
                <a:gdLst>
                  <a:gd name="csX0" fmla="*/ 0 w 19050"/>
                  <a:gd name="csY0" fmla="*/ 126683 h 126682"/>
                  <a:gd name="csX1" fmla="*/ 19050 w 19050"/>
                  <a:gd name="csY1" fmla="*/ 0 h 1266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9050" h="126682">
                    <a:moveTo>
                      <a:pt x="0" y="126683"/>
                    </a:moveTo>
                    <a:lnTo>
                      <a:pt x="19050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13" name="Vrije vorm: vorm 112">
                <a:extLst>
                  <a:ext uri="{FF2B5EF4-FFF2-40B4-BE49-F238E27FC236}">
                    <a16:creationId xmlns:a16="http://schemas.microsoft.com/office/drawing/2014/main" id="{8E880830-BEEB-D1F4-4833-6E25444ECA12}"/>
                  </a:ext>
                </a:extLst>
              </p:cNvPr>
              <p:cNvSpPr/>
              <p:nvPr/>
            </p:nvSpPr>
            <p:spPr>
              <a:xfrm>
                <a:off x="6187919" y="4500989"/>
                <a:ext cx="30003" cy="430815"/>
              </a:xfrm>
              <a:custGeom>
                <a:avLst/>
                <a:gdLst>
                  <a:gd name="csX0" fmla="*/ 0 w 30003"/>
                  <a:gd name="csY0" fmla="*/ 430816 h 430815"/>
                  <a:gd name="csX1" fmla="*/ 6953 w 30003"/>
                  <a:gd name="csY1" fmla="*/ 114395 h 430815"/>
                  <a:gd name="csX2" fmla="*/ 30004 w 30003"/>
                  <a:gd name="csY2" fmla="*/ 0 h 4308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0003" h="430815">
                    <a:moveTo>
                      <a:pt x="0" y="430816"/>
                    </a:moveTo>
                    <a:lnTo>
                      <a:pt x="6953" y="114395"/>
                    </a:lnTo>
                    <a:lnTo>
                      <a:pt x="30004" y="0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14" name="Vrije vorm: vorm 113">
                <a:extLst>
                  <a:ext uri="{FF2B5EF4-FFF2-40B4-BE49-F238E27FC236}">
                    <a16:creationId xmlns:a16="http://schemas.microsoft.com/office/drawing/2014/main" id="{F7F9D7FB-4178-5A0D-DA88-EECBEC5B9C3B}"/>
                  </a:ext>
                </a:extLst>
              </p:cNvPr>
              <p:cNvSpPr/>
              <p:nvPr/>
            </p:nvSpPr>
            <p:spPr>
              <a:xfrm>
                <a:off x="5805126" y="3568003"/>
                <a:ext cx="871921" cy="615803"/>
              </a:xfrm>
              <a:custGeom>
                <a:avLst/>
                <a:gdLst>
                  <a:gd name="csX0" fmla="*/ 443372 w 871921"/>
                  <a:gd name="csY0" fmla="*/ 615804 h 615803"/>
                  <a:gd name="csX1" fmla="*/ 814942 w 871921"/>
                  <a:gd name="csY1" fmla="*/ 569512 h 615803"/>
                  <a:gd name="csX2" fmla="*/ 853423 w 871921"/>
                  <a:gd name="csY2" fmla="*/ 459879 h 615803"/>
                  <a:gd name="csX3" fmla="*/ 853423 w 871921"/>
                  <a:gd name="csY3" fmla="*/ 459879 h 615803"/>
                  <a:gd name="csX4" fmla="*/ 815513 w 871921"/>
                  <a:gd name="csY4" fmla="*/ 451974 h 615803"/>
                  <a:gd name="csX5" fmla="*/ 815513 w 871921"/>
                  <a:gd name="csY5" fmla="*/ 451974 h 615803"/>
                  <a:gd name="csX6" fmla="*/ 367934 w 871921"/>
                  <a:gd name="csY6" fmla="*/ 484835 h 615803"/>
                  <a:gd name="csX7" fmla="*/ 252776 w 871921"/>
                  <a:gd name="csY7" fmla="*/ 474643 h 615803"/>
                  <a:gd name="csX8" fmla="*/ 104948 w 871921"/>
                  <a:gd name="csY8" fmla="*/ 36684 h 615803"/>
                  <a:gd name="csX9" fmla="*/ 38464 w 871921"/>
                  <a:gd name="csY9" fmla="*/ 2298 h 615803"/>
                  <a:gd name="csX10" fmla="*/ 38464 w 871921"/>
                  <a:gd name="csY10" fmla="*/ 2298 h 615803"/>
                  <a:gd name="csX11" fmla="*/ 1316 w 871921"/>
                  <a:gd name="csY11" fmla="*/ 65830 h 615803"/>
                  <a:gd name="csX12" fmla="*/ 28653 w 871921"/>
                  <a:gd name="csY12" fmla="*/ 187465 h 615803"/>
                  <a:gd name="csX13" fmla="*/ 113616 w 871921"/>
                  <a:gd name="csY13" fmla="*/ 543033 h 6158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871921" h="615803">
                    <a:moveTo>
                      <a:pt x="443372" y="615804"/>
                    </a:moveTo>
                    <a:lnTo>
                      <a:pt x="814942" y="569512"/>
                    </a:lnTo>
                    <a:cubicBezTo>
                      <a:pt x="868187" y="562845"/>
                      <a:pt x="890856" y="498265"/>
                      <a:pt x="853423" y="459879"/>
                    </a:cubicBezTo>
                    <a:lnTo>
                      <a:pt x="853423" y="459879"/>
                    </a:lnTo>
                    <a:cubicBezTo>
                      <a:pt x="843612" y="449783"/>
                      <a:pt x="828563" y="446640"/>
                      <a:pt x="815513" y="451974"/>
                    </a:cubicBezTo>
                    <a:lnTo>
                      <a:pt x="815513" y="451974"/>
                    </a:lnTo>
                    <a:cubicBezTo>
                      <a:pt x="676829" y="500837"/>
                      <a:pt x="371648" y="485216"/>
                      <a:pt x="367934" y="484835"/>
                    </a:cubicBezTo>
                    <a:lnTo>
                      <a:pt x="252776" y="474643"/>
                    </a:lnTo>
                    <a:cubicBezTo>
                      <a:pt x="252776" y="474643"/>
                      <a:pt x="146763" y="161366"/>
                      <a:pt x="104948" y="36684"/>
                    </a:cubicBezTo>
                    <a:cubicBezTo>
                      <a:pt x="95709" y="9156"/>
                      <a:pt x="66277" y="-6084"/>
                      <a:pt x="38464" y="2298"/>
                    </a:cubicBezTo>
                    <a:lnTo>
                      <a:pt x="38464" y="2298"/>
                    </a:lnTo>
                    <a:cubicBezTo>
                      <a:pt x="11318" y="10395"/>
                      <a:pt x="-4875" y="38112"/>
                      <a:pt x="1316" y="65830"/>
                    </a:cubicBezTo>
                    <a:lnTo>
                      <a:pt x="28653" y="187465"/>
                    </a:lnTo>
                    <a:lnTo>
                      <a:pt x="113616" y="543033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</p:grp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889D8FC2-9025-2C6D-0315-11FD856DB853}"/>
                </a:ext>
              </a:extLst>
            </p:cNvPr>
            <p:cNvSpPr/>
            <p:nvPr/>
          </p:nvSpPr>
          <p:spPr>
            <a:xfrm>
              <a:off x="6112481" y="3795378"/>
              <a:ext cx="172973" cy="172973"/>
            </a:xfrm>
            <a:prstGeom prst="rect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16" name="Vrije vorm: vorm 115">
              <a:extLst>
                <a:ext uri="{FF2B5EF4-FFF2-40B4-BE49-F238E27FC236}">
                  <a16:creationId xmlns:a16="http://schemas.microsoft.com/office/drawing/2014/main" id="{4C678783-0697-6509-8A2B-815CE2E79180}"/>
                </a:ext>
              </a:extLst>
            </p:cNvPr>
            <p:cNvSpPr/>
            <p:nvPr/>
          </p:nvSpPr>
          <p:spPr>
            <a:xfrm>
              <a:off x="6364989" y="3747752"/>
              <a:ext cx="224599" cy="210908"/>
            </a:xfrm>
            <a:custGeom>
              <a:avLst/>
              <a:gdLst>
                <a:gd name="csX0" fmla="*/ 88106 w 224599"/>
                <a:gd name="csY0" fmla="*/ 0 h 210908"/>
                <a:gd name="csX1" fmla="*/ 0 w 224599"/>
                <a:gd name="csY1" fmla="*/ 208502 h 210908"/>
                <a:gd name="csX2" fmla="*/ 12097 w 224599"/>
                <a:gd name="csY2" fmla="*/ 209455 h 210908"/>
                <a:gd name="csX3" fmla="*/ 224600 w 224599"/>
                <a:gd name="csY3" fmla="*/ 180594 h 210908"/>
                <a:gd name="csX4" fmla="*/ 224600 w 224599"/>
                <a:gd name="csY4" fmla="*/ 180594 h 210908"/>
                <a:gd name="csX5" fmla="*/ 88106 w 224599"/>
                <a:gd name="csY5" fmla="*/ 0 h 210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24599" h="210908">
                  <a:moveTo>
                    <a:pt x="88106" y="0"/>
                  </a:moveTo>
                  <a:lnTo>
                    <a:pt x="0" y="208502"/>
                  </a:lnTo>
                  <a:lnTo>
                    <a:pt x="12097" y="209455"/>
                  </a:lnTo>
                  <a:cubicBezTo>
                    <a:pt x="84201" y="214884"/>
                    <a:pt x="156591" y="205073"/>
                    <a:pt x="224600" y="180594"/>
                  </a:cubicBezTo>
                  <a:lnTo>
                    <a:pt x="224600" y="180594"/>
                  </a:lnTo>
                  <a:lnTo>
                    <a:pt x="88106" y="0"/>
                  </a:lnTo>
                  <a:close/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17" name="Vrije vorm: vorm 116">
              <a:extLst>
                <a:ext uri="{FF2B5EF4-FFF2-40B4-BE49-F238E27FC236}">
                  <a16:creationId xmlns:a16="http://schemas.microsoft.com/office/drawing/2014/main" id="{84688E81-1CC9-3A0D-7A20-843163FCCAEC}"/>
                </a:ext>
              </a:extLst>
            </p:cNvPr>
            <p:cNvSpPr/>
            <p:nvPr/>
          </p:nvSpPr>
          <p:spPr>
            <a:xfrm>
              <a:off x="5608990" y="4689013"/>
              <a:ext cx="9525" cy="250126"/>
            </a:xfrm>
            <a:custGeom>
              <a:avLst/>
              <a:gdLst>
                <a:gd name="csX0" fmla="*/ 0 w 9525"/>
                <a:gd name="csY0" fmla="*/ 250126 h 250126"/>
                <a:gd name="csX1" fmla="*/ 0 w 9525"/>
                <a:gd name="csY1" fmla="*/ 0 h 2501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0126">
                  <a:moveTo>
                    <a:pt x="0" y="250126"/>
                  </a:moveTo>
                  <a:lnTo>
                    <a:pt x="0" y="0"/>
                  </a:lnTo>
                </a:path>
              </a:pathLst>
            </a:custGeom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18" name="Vrije vorm: vorm 117">
              <a:extLst>
                <a:ext uri="{FF2B5EF4-FFF2-40B4-BE49-F238E27FC236}">
                  <a16:creationId xmlns:a16="http://schemas.microsoft.com/office/drawing/2014/main" id="{92D9EFEA-B8B6-0A93-089F-6D027E71BCB3}"/>
                </a:ext>
              </a:extLst>
            </p:cNvPr>
            <p:cNvSpPr/>
            <p:nvPr/>
          </p:nvSpPr>
          <p:spPr>
            <a:xfrm>
              <a:off x="6027518" y="4688537"/>
              <a:ext cx="6096" cy="250602"/>
            </a:xfrm>
            <a:custGeom>
              <a:avLst/>
              <a:gdLst>
                <a:gd name="csX0" fmla="*/ 0 w 6096"/>
                <a:gd name="csY0" fmla="*/ 250603 h 250602"/>
                <a:gd name="csX1" fmla="*/ 6096 w 6096"/>
                <a:gd name="csY1" fmla="*/ 0 h 250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096" h="250602">
                  <a:moveTo>
                    <a:pt x="0" y="250603"/>
                  </a:moveTo>
                  <a:lnTo>
                    <a:pt x="6096" y="0"/>
                  </a:lnTo>
                </a:path>
              </a:pathLst>
            </a:custGeom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31" name="Groep 130">
            <a:extLst>
              <a:ext uri="{FF2B5EF4-FFF2-40B4-BE49-F238E27FC236}">
                <a16:creationId xmlns:a16="http://schemas.microsoft.com/office/drawing/2014/main" id="{3D8F48A4-EC24-552C-05AC-862AAFC75A04}"/>
              </a:ext>
            </a:extLst>
          </p:cNvPr>
          <p:cNvGrpSpPr/>
          <p:nvPr userDrawn="1"/>
        </p:nvGrpSpPr>
        <p:grpSpPr>
          <a:xfrm>
            <a:off x="7782557" y="1180226"/>
            <a:ext cx="973403" cy="1066808"/>
            <a:chOff x="5445061" y="2715101"/>
            <a:chExt cx="1300352" cy="1425130"/>
          </a:xfrm>
        </p:grpSpPr>
        <p:sp>
          <p:nvSpPr>
            <p:cNvPr id="123" name="Ovaal 122">
              <a:extLst>
                <a:ext uri="{FF2B5EF4-FFF2-40B4-BE49-F238E27FC236}">
                  <a16:creationId xmlns:a16="http://schemas.microsoft.com/office/drawing/2014/main" id="{795CBA92-5B40-8A27-5BD5-72908F4D2F11}"/>
                </a:ext>
              </a:extLst>
            </p:cNvPr>
            <p:cNvSpPr/>
            <p:nvPr/>
          </p:nvSpPr>
          <p:spPr>
            <a:xfrm>
              <a:off x="5911500" y="2715101"/>
              <a:ext cx="367474" cy="367474"/>
            </a:xfrm>
            <a:prstGeom prst="ellipse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24" name="Vrije vorm: vorm 123">
              <a:extLst>
                <a:ext uri="{FF2B5EF4-FFF2-40B4-BE49-F238E27FC236}">
                  <a16:creationId xmlns:a16="http://schemas.microsoft.com/office/drawing/2014/main" id="{8B51B877-52CA-5B85-C733-FCB8C5853090}"/>
                </a:ext>
              </a:extLst>
            </p:cNvPr>
            <p:cNvSpPr/>
            <p:nvPr/>
          </p:nvSpPr>
          <p:spPr>
            <a:xfrm>
              <a:off x="5489161" y="3291744"/>
              <a:ext cx="1212151" cy="848487"/>
            </a:xfrm>
            <a:custGeom>
              <a:avLst/>
              <a:gdLst>
                <a:gd name="csX0" fmla="*/ 0 w 1212151"/>
                <a:gd name="csY0" fmla="*/ 0 h 848487"/>
                <a:gd name="csX1" fmla="*/ 0 w 1212151"/>
                <a:gd name="csY1" fmla="*/ 848487 h 848487"/>
                <a:gd name="csX2" fmla="*/ 1212152 w 1212151"/>
                <a:gd name="csY2" fmla="*/ 848487 h 848487"/>
                <a:gd name="csX3" fmla="*/ 1212152 w 1212151"/>
                <a:gd name="csY3" fmla="*/ 0 h 848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12151" h="848487">
                  <a:moveTo>
                    <a:pt x="0" y="0"/>
                  </a:moveTo>
                  <a:lnTo>
                    <a:pt x="0" y="848487"/>
                  </a:lnTo>
                  <a:lnTo>
                    <a:pt x="1212152" y="848487"/>
                  </a:lnTo>
                  <a:lnTo>
                    <a:pt x="1212152" y="0"/>
                  </a:ln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D9F7F97C-208B-1487-9004-8B3BBD5E7CDD}"/>
                </a:ext>
              </a:extLst>
            </p:cNvPr>
            <p:cNvSpPr/>
            <p:nvPr/>
          </p:nvSpPr>
          <p:spPr>
            <a:xfrm>
              <a:off x="5649086" y="3338607"/>
              <a:ext cx="208978" cy="191833"/>
            </a:xfrm>
            <a:prstGeom prst="rect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38978762-FDD5-0DF4-F3B1-39D47147E517}"/>
                </a:ext>
              </a:extLst>
            </p:cNvPr>
            <p:cNvSpPr/>
            <p:nvPr/>
          </p:nvSpPr>
          <p:spPr>
            <a:xfrm>
              <a:off x="6310788" y="3338607"/>
              <a:ext cx="208978" cy="191833"/>
            </a:xfrm>
            <a:prstGeom prst="rect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grpSp>
          <p:nvGrpSpPr>
            <p:cNvPr id="127" name="Graphic 120">
              <a:extLst>
                <a:ext uri="{FF2B5EF4-FFF2-40B4-BE49-F238E27FC236}">
                  <a16:creationId xmlns:a16="http://schemas.microsoft.com/office/drawing/2014/main" id="{71BBA9EB-A256-9A58-3673-0B43471BF7CF}"/>
                </a:ext>
              </a:extLst>
            </p:cNvPr>
            <p:cNvGrpSpPr/>
            <p:nvPr/>
          </p:nvGrpSpPr>
          <p:grpSpPr>
            <a:xfrm>
              <a:off x="5879686" y="3666077"/>
              <a:ext cx="431101" cy="474154"/>
              <a:chOff x="5879686" y="3666077"/>
              <a:chExt cx="431101" cy="474154"/>
            </a:xfrm>
            <a:noFill/>
          </p:grpSpPr>
          <p:sp>
            <p:nvSpPr>
              <p:cNvPr id="128" name="Vrije vorm: vorm 127">
                <a:extLst>
                  <a:ext uri="{FF2B5EF4-FFF2-40B4-BE49-F238E27FC236}">
                    <a16:creationId xmlns:a16="http://schemas.microsoft.com/office/drawing/2014/main" id="{0E4C51BF-C362-8404-FDAC-6F57C871ADD2}"/>
                  </a:ext>
                </a:extLst>
              </p:cNvPr>
              <p:cNvSpPr/>
              <p:nvPr/>
            </p:nvSpPr>
            <p:spPr>
              <a:xfrm>
                <a:off x="5879686" y="3666077"/>
                <a:ext cx="431101" cy="474154"/>
              </a:xfrm>
              <a:custGeom>
                <a:avLst/>
                <a:gdLst>
                  <a:gd name="csX0" fmla="*/ 0 w 431101"/>
                  <a:gd name="csY0" fmla="*/ 474155 h 474154"/>
                  <a:gd name="csX1" fmla="*/ 0 w 431101"/>
                  <a:gd name="csY1" fmla="*/ 0 h 474154"/>
                  <a:gd name="csX2" fmla="*/ 431102 w 431101"/>
                  <a:gd name="csY2" fmla="*/ 0 h 474154"/>
                  <a:gd name="csX3" fmla="*/ 431102 w 431101"/>
                  <a:gd name="csY3" fmla="*/ 474155 h 4741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31101" h="474154">
                    <a:moveTo>
                      <a:pt x="0" y="474155"/>
                    </a:moveTo>
                    <a:lnTo>
                      <a:pt x="0" y="0"/>
                    </a:lnTo>
                    <a:lnTo>
                      <a:pt x="431102" y="0"/>
                    </a:lnTo>
                    <a:lnTo>
                      <a:pt x="431102" y="474155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29" name="Vrije vorm: vorm 128">
                <a:extLst>
                  <a:ext uri="{FF2B5EF4-FFF2-40B4-BE49-F238E27FC236}">
                    <a16:creationId xmlns:a16="http://schemas.microsoft.com/office/drawing/2014/main" id="{33AC0D63-26D0-2A07-276A-D92F2E367777}"/>
                  </a:ext>
                </a:extLst>
              </p:cNvPr>
              <p:cNvSpPr/>
              <p:nvPr/>
            </p:nvSpPr>
            <p:spPr>
              <a:xfrm>
                <a:off x="6095237" y="3772566"/>
                <a:ext cx="9525" cy="355472"/>
              </a:xfrm>
              <a:custGeom>
                <a:avLst/>
                <a:gdLst>
                  <a:gd name="csX0" fmla="*/ 0 w 9525"/>
                  <a:gd name="csY0" fmla="*/ 355473 h 355472"/>
                  <a:gd name="csX1" fmla="*/ 0 w 9525"/>
                  <a:gd name="csY1" fmla="*/ 0 h 355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355472">
                    <a:moveTo>
                      <a:pt x="0" y="355473"/>
                    </a:moveTo>
                    <a:lnTo>
                      <a:pt x="0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</p:grpSp>
        <p:sp>
          <p:nvSpPr>
            <p:cNvPr id="130" name="Vrije vorm: vorm 129">
              <a:extLst>
                <a:ext uri="{FF2B5EF4-FFF2-40B4-BE49-F238E27FC236}">
                  <a16:creationId xmlns:a16="http://schemas.microsoft.com/office/drawing/2014/main" id="{35E7F7E3-860C-A2EC-2425-27D5080D3D60}"/>
                </a:ext>
              </a:extLst>
            </p:cNvPr>
            <p:cNvSpPr/>
            <p:nvPr/>
          </p:nvSpPr>
          <p:spPr>
            <a:xfrm>
              <a:off x="5445061" y="2922079"/>
              <a:ext cx="1300352" cy="279844"/>
            </a:xfrm>
            <a:custGeom>
              <a:avLst/>
              <a:gdLst>
                <a:gd name="csX0" fmla="*/ 941356 w 1300352"/>
                <a:gd name="csY0" fmla="*/ 0 h 279844"/>
                <a:gd name="csX1" fmla="*/ 1300353 w 1300352"/>
                <a:gd name="csY1" fmla="*/ 0 h 279844"/>
                <a:gd name="csX2" fmla="*/ 1300353 w 1300352"/>
                <a:gd name="csY2" fmla="*/ 279845 h 279844"/>
                <a:gd name="csX3" fmla="*/ 0 w 1300352"/>
                <a:gd name="csY3" fmla="*/ 279845 h 279844"/>
                <a:gd name="csX4" fmla="*/ 0 w 1300352"/>
                <a:gd name="csY4" fmla="*/ 0 h 279844"/>
                <a:gd name="csX5" fmla="*/ 363569 w 1300352"/>
                <a:gd name="csY5" fmla="*/ 0 h 2798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00352" h="279844">
                  <a:moveTo>
                    <a:pt x="941356" y="0"/>
                  </a:moveTo>
                  <a:lnTo>
                    <a:pt x="1300353" y="0"/>
                  </a:lnTo>
                  <a:lnTo>
                    <a:pt x="1300353" y="279845"/>
                  </a:lnTo>
                  <a:lnTo>
                    <a:pt x="0" y="279845"/>
                  </a:lnTo>
                  <a:lnTo>
                    <a:pt x="0" y="0"/>
                  </a:lnTo>
                  <a:lnTo>
                    <a:pt x="363569" y="0"/>
                  </a:ln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</p:grpSp>
      <p:grpSp>
        <p:nvGrpSpPr>
          <p:cNvPr id="174" name="Groep 173">
            <a:extLst>
              <a:ext uri="{FF2B5EF4-FFF2-40B4-BE49-F238E27FC236}">
                <a16:creationId xmlns:a16="http://schemas.microsoft.com/office/drawing/2014/main" id="{9379138E-E718-2781-3A0F-2EA53F4C1C3B}"/>
              </a:ext>
            </a:extLst>
          </p:cNvPr>
          <p:cNvGrpSpPr/>
          <p:nvPr userDrawn="1"/>
        </p:nvGrpSpPr>
        <p:grpSpPr>
          <a:xfrm>
            <a:off x="8934387" y="2407738"/>
            <a:ext cx="1263398" cy="1179924"/>
            <a:chOff x="5248274" y="2636710"/>
            <a:chExt cx="1693926" cy="1582007"/>
          </a:xfrm>
        </p:grpSpPr>
        <p:sp>
          <p:nvSpPr>
            <p:cNvPr id="155" name="Ovaal 154">
              <a:extLst>
                <a:ext uri="{FF2B5EF4-FFF2-40B4-BE49-F238E27FC236}">
                  <a16:creationId xmlns:a16="http://schemas.microsoft.com/office/drawing/2014/main" id="{E92F900C-63E7-4216-1D09-BADCC063CE3D}"/>
                </a:ext>
              </a:extLst>
            </p:cNvPr>
            <p:cNvSpPr/>
            <p:nvPr/>
          </p:nvSpPr>
          <p:spPr>
            <a:xfrm>
              <a:off x="5911500" y="2636710"/>
              <a:ext cx="367474" cy="367474"/>
            </a:xfrm>
            <a:prstGeom prst="ellipse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56" name="Vrije vorm: vorm 155">
              <a:extLst>
                <a:ext uri="{FF2B5EF4-FFF2-40B4-BE49-F238E27FC236}">
                  <a16:creationId xmlns:a16="http://schemas.microsoft.com/office/drawing/2014/main" id="{2FC0510C-CCFC-D5A6-7D2A-027A5EA48B96}"/>
                </a:ext>
              </a:extLst>
            </p:cNvPr>
            <p:cNvSpPr/>
            <p:nvPr/>
          </p:nvSpPr>
          <p:spPr>
            <a:xfrm>
              <a:off x="5711379" y="2820447"/>
              <a:ext cx="767715" cy="1398270"/>
            </a:xfrm>
            <a:custGeom>
              <a:avLst/>
              <a:gdLst>
                <a:gd name="csX0" fmla="*/ 660749 w 767715"/>
                <a:gd name="csY0" fmla="*/ 0 h 1398270"/>
                <a:gd name="csX1" fmla="*/ 767715 w 767715"/>
                <a:gd name="csY1" fmla="*/ 0 h 1398270"/>
                <a:gd name="csX2" fmla="*/ 767715 w 767715"/>
                <a:gd name="csY2" fmla="*/ 1398270 h 1398270"/>
                <a:gd name="csX3" fmla="*/ 0 w 767715"/>
                <a:gd name="csY3" fmla="*/ 1398270 h 1398270"/>
                <a:gd name="csX4" fmla="*/ 0 w 767715"/>
                <a:gd name="csY4" fmla="*/ 0 h 1398270"/>
                <a:gd name="csX5" fmla="*/ 113348 w 767715"/>
                <a:gd name="csY5" fmla="*/ 0 h 1398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67715" h="1398270">
                  <a:moveTo>
                    <a:pt x="660749" y="0"/>
                  </a:moveTo>
                  <a:lnTo>
                    <a:pt x="767715" y="0"/>
                  </a:lnTo>
                  <a:lnTo>
                    <a:pt x="767715" y="1398270"/>
                  </a:lnTo>
                  <a:lnTo>
                    <a:pt x="0" y="1398270"/>
                  </a:lnTo>
                  <a:lnTo>
                    <a:pt x="0" y="0"/>
                  </a:lnTo>
                  <a:lnTo>
                    <a:pt x="113348" y="0"/>
                  </a:ln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57" name="Rechthoek 156">
              <a:extLst>
                <a:ext uri="{FF2B5EF4-FFF2-40B4-BE49-F238E27FC236}">
                  <a16:creationId xmlns:a16="http://schemas.microsoft.com/office/drawing/2014/main" id="{CD99BCBC-BCD6-9667-0DE5-FB781F101389}"/>
                </a:ext>
              </a:extLst>
            </p:cNvPr>
            <p:cNvSpPr/>
            <p:nvPr/>
          </p:nvSpPr>
          <p:spPr>
            <a:xfrm>
              <a:off x="5904737" y="3900868"/>
              <a:ext cx="381000" cy="317753"/>
            </a:xfrm>
            <a:prstGeom prst="rect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58" name="Vrije vorm: vorm 157">
              <a:extLst>
                <a:ext uri="{FF2B5EF4-FFF2-40B4-BE49-F238E27FC236}">
                  <a16:creationId xmlns:a16="http://schemas.microsoft.com/office/drawing/2014/main" id="{A15D79D5-7D76-FD3B-710C-5DCECFC93869}"/>
                </a:ext>
              </a:extLst>
            </p:cNvPr>
            <p:cNvSpPr/>
            <p:nvPr/>
          </p:nvSpPr>
          <p:spPr>
            <a:xfrm>
              <a:off x="6095237" y="3999928"/>
              <a:ext cx="9525" cy="203930"/>
            </a:xfrm>
            <a:custGeom>
              <a:avLst/>
              <a:gdLst>
                <a:gd name="csX0" fmla="*/ 0 w 9525"/>
                <a:gd name="csY0" fmla="*/ 0 h 203930"/>
                <a:gd name="csX1" fmla="*/ 0 w 9525"/>
                <a:gd name="csY1" fmla="*/ 203930 h 2039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03930">
                  <a:moveTo>
                    <a:pt x="0" y="0"/>
                  </a:moveTo>
                  <a:lnTo>
                    <a:pt x="0" y="203930"/>
                  </a:lnTo>
                </a:path>
              </a:pathLst>
            </a:custGeom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59" name="Vrije vorm: vorm 158">
              <a:extLst>
                <a:ext uri="{FF2B5EF4-FFF2-40B4-BE49-F238E27FC236}">
                  <a16:creationId xmlns:a16="http://schemas.microsoft.com/office/drawing/2014/main" id="{4BCE05DD-B91B-2E0C-6153-37BFCB1AFAEF}"/>
                </a:ext>
              </a:extLst>
            </p:cNvPr>
            <p:cNvSpPr/>
            <p:nvPr/>
          </p:nvSpPr>
          <p:spPr>
            <a:xfrm>
              <a:off x="5248274" y="3068954"/>
              <a:ext cx="463105" cy="1149762"/>
            </a:xfrm>
            <a:custGeom>
              <a:avLst/>
              <a:gdLst>
                <a:gd name="csX0" fmla="*/ 361569 w 463105"/>
                <a:gd name="csY0" fmla="*/ 0 h 1149762"/>
                <a:gd name="csX1" fmla="*/ 0 w 463105"/>
                <a:gd name="csY1" fmla="*/ 0 h 1149762"/>
                <a:gd name="csX2" fmla="*/ 0 w 463105"/>
                <a:gd name="csY2" fmla="*/ 1149763 h 1149762"/>
                <a:gd name="csX3" fmla="*/ 463105 w 463105"/>
                <a:gd name="csY3" fmla="*/ 1149763 h 11497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105" h="1149762">
                  <a:moveTo>
                    <a:pt x="361569" y="0"/>
                  </a:moveTo>
                  <a:lnTo>
                    <a:pt x="0" y="0"/>
                  </a:lnTo>
                  <a:lnTo>
                    <a:pt x="0" y="1149763"/>
                  </a:lnTo>
                  <a:lnTo>
                    <a:pt x="463105" y="1149763"/>
                  </a:ln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60" name="Vrije vorm: vorm 159">
              <a:extLst>
                <a:ext uri="{FF2B5EF4-FFF2-40B4-BE49-F238E27FC236}">
                  <a16:creationId xmlns:a16="http://schemas.microsoft.com/office/drawing/2014/main" id="{680FB30F-8A5F-5849-CD3D-C0182DEE5557}"/>
                </a:ext>
              </a:extLst>
            </p:cNvPr>
            <p:cNvSpPr/>
            <p:nvPr/>
          </p:nvSpPr>
          <p:spPr>
            <a:xfrm>
              <a:off x="6479095" y="3068954"/>
              <a:ext cx="463105" cy="1149762"/>
            </a:xfrm>
            <a:custGeom>
              <a:avLst/>
              <a:gdLst>
                <a:gd name="csX0" fmla="*/ 0 w 463105"/>
                <a:gd name="csY0" fmla="*/ 1149763 h 1149762"/>
                <a:gd name="csX1" fmla="*/ 463105 w 463105"/>
                <a:gd name="csY1" fmla="*/ 1149763 h 1149762"/>
                <a:gd name="csX2" fmla="*/ 463105 w 463105"/>
                <a:gd name="csY2" fmla="*/ 0 h 1149762"/>
                <a:gd name="csX3" fmla="*/ 103918 w 463105"/>
                <a:gd name="csY3" fmla="*/ 0 h 11497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3105" h="1149762">
                  <a:moveTo>
                    <a:pt x="0" y="1149763"/>
                  </a:moveTo>
                  <a:lnTo>
                    <a:pt x="463105" y="1149763"/>
                  </a:lnTo>
                  <a:lnTo>
                    <a:pt x="463105" y="0"/>
                  </a:lnTo>
                  <a:lnTo>
                    <a:pt x="103918" y="0"/>
                  </a:lnTo>
                </a:path>
              </a:pathLst>
            </a:cu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42778A94-5612-4F9E-BFE3-FA82E3494EB4}"/>
                </a:ext>
              </a:extLst>
            </p:cNvPr>
            <p:cNvSpPr/>
            <p:nvPr/>
          </p:nvSpPr>
          <p:spPr>
            <a:xfrm>
              <a:off x="5248274" y="3716750"/>
              <a:ext cx="211931" cy="158591"/>
            </a:xfrm>
            <a:prstGeom prst="rect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62" name="Rechthoek 161">
              <a:extLst>
                <a:ext uri="{FF2B5EF4-FFF2-40B4-BE49-F238E27FC236}">
                  <a16:creationId xmlns:a16="http://schemas.microsoft.com/office/drawing/2014/main" id="{298E4700-17C6-8629-68C9-D8BBD24A6F65}"/>
                </a:ext>
              </a:extLst>
            </p:cNvPr>
            <p:cNvSpPr/>
            <p:nvPr/>
          </p:nvSpPr>
          <p:spPr>
            <a:xfrm>
              <a:off x="5248274" y="3375850"/>
              <a:ext cx="211931" cy="158591"/>
            </a:xfrm>
            <a:prstGeom prst="rect">
              <a:avLst/>
            </a:prstGeom>
            <a:noFill/>
            <a:ln w="30480" cap="rnd">
              <a:solidFill>
                <a:srgbClr val="3C3C3C"/>
              </a:solidFill>
              <a:prstDash val="solid"/>
              <a:round/>
            </a:ln>
          </p:spPr>
          <p:txBody>
            <a:bodyPr/>
            <a:lstStyle/>
            <a:p>
              <a:endParaRPr lang="nl-NL"/>
            </a:p>
          </p:txBody>
        </p:sp>
        <p:grpSp>
          <p:nvGrpSpPr>
            <p:cNvPr id="163" name="Graphic 132">
              <a:extLst>
                <a:ext uri="{FF2B5EF4-FFF2-40B4-BE49-F238E27FC236}">
                  <a16:creationId xmlns:a16="http://schemas.microsoft.com/office/drawing/2014/main" id="{EA3AD29D-7E8D-FBF6-D74C-4739FF0D9575}"/>
                </a:ext>
              </a:extLst>
            </p:cNvPr>
            <p:cNvGrpSpPr/>
            <p:nvPr/>
          </p:nvGrpSpPr>
          <p:grpSpPr>
            <a:xfrm>
              <a:off x="6730269" y="3375850"/>
              <a:ext cx="211931" cy="499395"/>
              <a:chOff x="6730269" y="3375850"/>
              <a:chExt cx="211931" cy="499395"/>
            </a:xfrm>
            <a:noFill/>
          </p:grpSpPr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031FDA51-5149-5FF1-EA7A-1CECF469B6C1}"/>
                  </a:ext>
                </a:extLst>
              </p:cNvPr>
              <p:cNvSpPr/>
              <p:nvPr/>
            </p:nvSpPr>
            <p:spPr>
              <a:xfrm rot="10800000">
                <a:off x="6730269" y="3716655"/>
                <a:ext cx="211931" cy="158591"/>
              </a:xfrm>
              <a:prstGeom prst="rect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ED948B9D-FE09-2482-6EEA-D00D0BFE36E2}"/>
                  </a:ext>
                </a:extLst>
              </p:cNvPr>
              <p:cNvSpPr/>
              <p:nvPr/>
            </p:nvSpPr>
            <p:spPr>
              <a:xfrm rot="10800000">
                <a:off x="6730269" y="3375850"/>
                <a:ext cx="211931" cy="158591"/>
              </a:xfrm>
              <a:prstGeom prst="rect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</p:grpSp>
        <p:grpSp>
          <p:nvGrpSpPr>
            <p:cNvPr id="166" name="Graphic 132">
              <a:extLst>
                <a:ext uri="{FF2B5EF4-FFF2-40B4-BE49-F238E27FC236}">
                  <a16:creationId xmlns:a16="http://schemas.microsoft.com/office/drawing/2014/main" id="{A9F360E5-EDBC-C2CE-A1EB-7847001C827E}"/>
                </a:ext>
              </a:extLst>
            </p:cNvPr>
            <p:cNvGrpSpPr/>
            <p:nvPr/>
          </p:nvGrpSpPr>
          <p:grpSpPr>
            <a:xfrm>
              <a:off x="5845682" y="3545300"/>
              <a:ext cx="499014" cy="160591"/>
              <a:chOff x="5845682" y="3545300"/>
              <a:chExt cx="499014" cy="160591"/>
            </a:xfrm>
            <a:noFill/>
          </p:grpSpPr>
          <p:sp>
            <p:nvSpPr>
              <p:cNvPr id="167" name="Rechthoek 166">
                <a:extLst>
                  <a:ext uri="{FF2B5EF4-FFF2-40B4-BE49-F238E27FC236}">
                    <a16:creationId xmlns:a16="http://schemas.microsoft.com/office/drawing/2014/main" id="{0BC9FC0C-E60B-1EA3-CA09-EB557A497B54}"/>
                  </a:ext>
                </a:extLst>
              </p:cNvPr>
              <p:cNvSpPr/>
              <p:nvPr/>
            </p:nvSpPr>
            <p:spPr>
              <a:xfrm>
                <a:off x="6012084" y="3545300"/>
                <a:ext cx="166306" cy="160591"/>
              </a:xfrm>
              <a:prstGeom prst="rect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68" name="Rechthoek 167">
                <a:extLst>
                  <a:ext uri="{FF2B5EF4-FFF2-40B4-BE49-F238E27FC236}">
                    <a16:creationId xmlns:a16="http://schemas.microsoft.com/office/drawing/2014/main" id="{ED9693BF-3136-8F86-26B5-F305EA9FBCBC}"/>
                  </a:ext>
                </a:extLst>
              </p:cNvPr>
              <p:cNvSpPr/>
              <p:nvPr/>
            </p:nvSpPr>
            <p:spPr>
              <a:xfrm>
                <a:off x="6178390" y="3545300"/>
                <a:ext cx="166306" cy="160591"/>
              </a:xfrm>
              <a:prstGeom prst="rect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69" name="Rechthoek 168">
                <a:extLst>
                  <a:ext uri="{FF2B5EF4-FFF2-40B4-BE49-F238E27FC236}">
                    <a16:creationId xmlns:a16="http://schemas.microsoft.com/office/drawing/2014/main" id="{D8D3B12F-B575-8E34-9845-A54F7A2601C4}"/>
                  </a:ext>
                </a:extLst>
              </p:cNvPr>
              <p:cNvSpPr/>
              <p:nvPr/>
            </p:nvSpPr>
            <p:spPr>
              <a:xfrm>
                <a:off x="5845682" y="3545300"/>
                <a:ext cx="166306" cy="160591"/>
              </a:xfrm>
              <a:prstGeom prst="rect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</p:grpSp>
        <p:grpSp>
          <p:nvGrpSpPr>
            <p:cNvPr id="170" name="Graphic 132">
              <a:extLst>
                <a:ext uri="{FF2B5EF4-FFF2-40B4-BE49-F238E27FC236}">
                  <a16:creationId xmlns:a16="http://schemas.microsoft.com/office/drawing/2014/main" id="{1F8EA8B5-39FC-435F-A6D6-ABF07A7A059F}"/>
                </a:ext>
              </a:extLst>
            </p:cNvPr>
            <p:cNvGrpSpPr/>
            <p:nvPr/>
          </p:nvGrpSpPr>
          <p:grpSpPr>
            <a:xfrm>
              <a:off x="5845682" y="3214687"/>
              <a:ext cx="499014" cy="160591"/>
              <a:chOff x="5845682" y="3214687"/>
              <a:chExt cx="499014" cy="160591"/>
            </a:xfrm>
            <a:noFill/>
          </p:grpSpPr>
          <p:sp>
            <p:nvSpPr>
              <p:cNvPr id="171" name="Rechthoek 170">
                <a:extLst>
                  <a:ext uri="{FF2B5EF4-FFF2-40B4-BE49-F238E27FC236}">
                    <a16:creationId xmlns:a16="http://schemas.microsoft.com/office/drawing/2014/main" id="{3EB470CB-798A-A943-C73A-D8B5BE6C0335}"/>
                  </a:ext>
                </a:extLst>
              </p:cNvPr>
              <p:cNvSpPr/>
              <p:nvPr/>
            </p:nvSpPr>
            <p:spPr>
              <a:xfrm>
                <a:off x="6012084" y="3214687"/>
                <a:ext cx="166306" cy="160591"/>
              </a:xfrm>
              <a:prstGeom prst="rect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EC65BD8F-2691-DFCB-08AC-1A3BFD6B0139}"/>
                  </a:ext>
                </a:extLst>
              </p:cNvPr>
              <p:cNvSpPr/>
              <p:nvPr/>
            </p:nvSpPr>
            <p:spPr>
              <a:xfrm>
                <a:off x="6178390" y="3214687"/>
                <a:ext cx="166306" cy="160591"/>
              </a:xfrm>
              <a:prstGeom prst="rect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7591A893-2D27-AD49-6E8E-2ACE93B7AEEE}"/>
                  </a:ext>
                </a:extLst>
              </p:cNvPr>
              <p:cNvSpPr/>
              <p:nvPr/>
            </p:nvSpPr>
            <p:spPr>
              <a:xfrm>
                <a:off x="5845682" y="3214687"/>
                <a:ext cx="166306" cy="160591"/>
              </a:xfrm>
              <a:prstGeom prst="rect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</p:grpSp>
      </p:grpSp>
      <p:grpSp>
        <p:nvGrpSpPr>
          <p:cNvPr id="213" name="Groep 212">
            <a:extLst>
              <a:ext uri="{FF2B5EF4-FFF2-40B4-BE49-F238E27FC236}">
                <a16:creationId xmlns:a16="http://schemas.microsoft.com/office/drawing/2014/main" id="{549A266E-60A5-FDEC-3FCC-C0AF108F2770}"/>
              </a:ext>
            </a:extLst>
          </p:cNvPr>
          <p:cNvGrpSpPr/>
          <p:nvPr userDrawn="1"/>
        </p:nvGrpSpPr>
        <p:grpSpPr>
          <a:xfrm>
            <a:off x="8823267" y="5039714"/>
            <a:ext cx="1724084" cy="910780"/>
            <a:chOff x="5275769" y="3668164"/>
            <a:chExt cx="2313432" cy="1222114"/>
          </a:xfrm>
        </p:grpSpPr>
        <p:grpSp>
          <p:nvGrpSpPr>
            <p:cNvPr id="180" name="Graphic 177">
              <a:extLst>
                <a:ext uri="{FF2B5EF4-FFF2-40B4-BE49-F238E27FC236}">
                  <a16:creationId xmlns:a16="http://schemas.microsoft.com/office/drawing/2014/main" id="{5EC45F43-F92F-5BAC-83AD-40B20324F2CD}"/>
                </a:ext>
              </a:extLst>
            </p:cNvPr>
            <p:cNvGrpSpPr/>
            <p:nvPr/>
          </p:nvGrpSpPr>
          <p:grpSpPr>
            <a:xfrm>
              <a:off x="6523830" y="3779988"/>
              <a:ext cx="1065371" cy="1110290"/>
              <a:chOff x="6523830" y="3779988"/>
              <a:chExt cx="1065371" cy="1110290"/>
            </a:xfrm>
            <a:noFill/>
          </p:grpSpPr>
          <p:grpSp>
            <p:nvGrpSpPr>
              <p:cNvPr id="181" name="Graphic 177">
                <a:extLst>
                  <a:ext uri="{FF2B5EF4-FFF2-40B4-BE49-F238E27FC236}">
                    <a16:creationId xmlns:a16="http://schemas.microsoft.com/office/drawing/2014/main" id="{0283BFEA-01BD-A5DE-3113-D11BE85B9EE0}"/>
                  </a:ext>
                </a:extLst>
              </p:cNvPr>
              <p:cNvGrpSpPr/>
              <p:nvPr/>
            </p:nvGrpSpPr>
            <p:grpSpPr>
              <a:xfrm>
                <a:off x="6523830" y="3779988"/>
                <a:ext cx="579691" cy="1110043"/>
                <a:chOff x="6523830" y="3779988"/>
                <a:chExt cx="579691" cy="1110043"/>
              </a:xfrm>
              <a:noFill/>
            </p:grpSpPr>
            <p:sp>
              <p:nvSpPr>
                <p:cNvPr id="182" name="Ovaal 181">
                  <a:extLst>
                    <a:ext uri="{FF2B5EF4-FFF2-40B4-BE49-F238E27FC236}">
                      <a16:creationId xmlns:a16="http://schemas.microsoft.com/office/drawing/2014/main" id="{D9D21C41-3F80-7DF4-4E67-E18634DC8038}"/>
                    </a:ext>
                  </a:extLst>
                </p:cNvPr>
                <p:cNvSpPr/>
                <p:nvPr/>
              </p:nvSpPr>
              <p:spPr>
                <a:xfrm>
                  <a:off x="6636034" y="3779988"/>
                  <a:ext cx="169163" cy="169163"/>
                </a:xfrm>
                <a:prstGeom prst="ellipse">
                  <a:avLst/>
                </a:prstGeom>
                <a:noFill/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  <p:sp>
              <p:nvSpPr>
                <p:cNvPr id="183" name="Vrije vorm: vorm 182">
                  <a:extLst>
                    <a:ext uri="{FF2B5EF4-FFF2-40B4-BE49-F238E27FC236}">
                      <a16:creationId xmlns:a16="http://schemas.microsoft.com/office/drawing/2014/main" id="{9AD87D24-9C83-A50B-2E23-B4172978E101}"/>
                    </a:ext>
                  </a:extLst>
                </p:cNvPr>
                <p:cNvSpPr/>
                <p:nvPr/>
              </p:nvSpPr>
              <p:spPr>
                <a:xfrm>
                  <a:off x="6523830" y="4012398"/>
                  <a:ext cx="579691" cy="467582"/>
                </a:xfrm>
                <a:custGeom>
                  <a:avLst/>
                  <a:gdLst>
                    <a:gd name="csX0" fmla="*/ 579691 w 579691"/>
                    <a:gd name="csY0" fmla="*/ 151638 h 467582"/>
                    <a:gd name="csX1" fmla="*/ 429577 w 579691"/>
                    <a:gd name="csY1" fmla="*/ 163544 h 467582"/>
                    <a:gd name="csX2" fmla="*/ 298609 w 579691"/>
                    <a:gd name="csY2" fmla="*/ 46387 h 467582"/>
                    <a:gd name="csX3" fmla="*/ 298609 w 579691"/>
                    <a:gd name="csY3" fmla="*/ 46387 h 467582"/>
                    <a:gd name="csX4" fmla="*/ 196786 w 579691"/>
                    <a:gd name="csY4" fmla="*/ 0 h 467582"/>
                    <a:gd name="csX5" fmla="*/ 196786 w 579691"/>
                    <a:gd name="csY5" fmla="*/ 0 h 467582"/>
                    <a:gd name="csX6" fmla="*/ 84772 w 579691"/>
                    <a:gd name="csY6" fmla="*/ 21622 h 467582"/>
                    <a:gd name="csX7" fmla="*/ 0 w 579691"/>
                    <a:gd name="csY7" fmla="*/ 139351 h 467582"/>
                    <a:gd name="csX8" fmla="*/ 0 w 579691"/>
                    <a:gd name="csY8" fmla="*/ 421957 h 467582"/>
                    <a:gd name="csX9" fmla="*/ 45720 w 579691"/>
                    <a:gd name="csY9" fmla="*/ 467582 h 467582"/>
                    <a:gd name="csX10" fmla="*/ 45720 w 579691"/>
                    <a:gd name="csY10" fmla="*/ 467582 h 467582"/>
                    <a:gd name="csX11" fmla="*/ 91345 w 579691"/>
                    <a:gd name="csY11" fmla="*/ 421957 h 467582"/>
                    <a:gd name="csX12" fmla="*/ 91345 w 579691"/>
                    <a:gd name="csY12" fmla="*/ 175260 h 4675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79691" h="467582">
                      <a:moveTo>
                        <a:pt x="579691" y="151638"/>
                      </a:moveTo>
                      <a:lnTo>
                        <a:pt x="429577" y="163544"/>
                      </a:lnTo>
                      <a:lnTo>
                        <a:pt x="298609" y="46387"/>
                      </a:lnTo>
                      <a:lnTo>
                        <a:pt x="298609" y="46387"/>
                      </a:lnTo>
                      <a:cubicBezTo>
                        <a:pt x="272034" y="19907"/>
                        <a:pt x="237458" y="0"/>
                        <a:pt x="196786" y="0"/>
                      </a:cubicBezTo>
                      <a:lnTo>
                        <a:pt x="196786" y="0"/>
                      </a:lnTo>
                      <a:cubicBezTo>
                        <a:pt x="150781" y="0"/>
                        <a:pt x="113728" y="8287"/>
                        <a:pt x="84772" y="21622"/>
                      </a:cubicBezTo>
                      <a:cubicBezTo>
                        <a:pt x="25527" y="48958"/>
                        <a:pt x="0" y="97346"/>
                        <a:pt x="0" y="139351"/>
                      </a:cubicBezTo>
                      <a:lnTo>
                        <a:pt x="0" y="421957"/>
                      </a:lnTo>
                      <a:cubicBezTo>
                        <a:pt x="0" y="447199"/>
                        <a:pt x="20479" y="467582"/>
                        <a:pt x="45720" y="467582"/>
                      </a:cubicBezTo>
                      <a:lnTo>
                        <a:pt x="45720" y="467582"/>
                      </a:lnTo>
                      <a:cubicBezTo>
                        <a:pt x="70866" y="467582"/>
                        <a:pt x="91345" y="447199"/>
                        <a:pt x="91345" y="421957"/>
                      </a:cubicBezTo>
                      <a:lnTo>
                        <a:pt x="91345" y="175260"/>
                      </a:lnTo>
                    </a:path>
                  </a:pathLst>
                </a:custGeom>
                <a:noFill/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  <p:sp>
              <p:nvSpPr>
                <p:cNvPr id="184" name="Vrije vorm: vorm 183">
                  <a:extLst>
                    <a:ext uri="{FF2B5EF4-FFF2-40B4-BE49-F238E27FC236}">
                      <a16:creationId xmlns:a16="http://schemas.microsoft.com/office/drawing/2014/main" id="{DED94275-B671-1090-9C20-6F0B0557146A}"/>
                    </a:ext>
                  </a:extLst>
                </p:cNvPr>
                <p:cNvSpPr/>
                <p:nvPr/>
              </p:nvSpPr>
              <p:spPr>
                <a:xfrm>
                  <a:off x="6585456" y="4219376"/>
                  <a:ext cx="482345" cy="670655"/>
                </a:xfrm>
                <a:custGeom>
                  <a:avLst/>
                  <a:gdLst>
                    <a:gd name="csX0" fmla="*/ 0 w 482345"/>
                    <a:gd name="csY0" fmla="*/ 308420 h 670655"/>
                    <a:gd name="csX1" fmla="*/ 0 w 482345"/>
                    <a:gd name="csY1" fmla="*/ 621221 h 670655"/>
                    <a:gd name="csX2" fmla="*/ 42767 w 482345"/>
                    <a:gd name="csY2" fmla="*/ 663988 h 670655"/>
                    <a:gd name="csX3" fmla="*/ 49530 w 482345"/>
                    <a:gd name="csY3" fmla="*/ 663988 h 670655"/>
                    <a:gd name="csX4" fmla="*/ 92297 w 482345"/>
                    <a:gd name="csY4" fmla="*/ 621221 h 670655"/>
                    <a:gd name="csX5" fmla="*/ 92297 w 482345"/>
                    <a:gd name="csY5" fmla="*/ 256222 h 670655"/>
                    <a:gd name="csX6" fmla="*/ 130874 w 482345"/>
                    <a:gd name="csY6" fmla="*/ 211741 h 670655"/>
                    <a:gd name="csX7" fmla="*/ 177832 w 482345"/>
                    <a:gd name="csY7" fmla="*/ 254317 h 670655"/>
                    <a:gd name="csX8" fmla="*/ 177832 w 482345"/>
                    <a:gd name="csY8" fmla="*/ 627888 h 670655"/>
                    <a:gd name="csX9" fmla="*/ 220599 w 482345"/>
                    <a:gd name="csY9" fmla="*/ 670655 h 670655"/>
                    <a:gd name="csX10" fmla="*/ 227362 w 482345"/>
                    <a:gd name="csY10" fmla="*/ 670655 h 670655"/>
                    <a:gd name="csX11" fmla="*/ 270129 w 482345"/>
                    <a:gd name="csY11" fmla="*/ 627888 h 670655"/>
                    <a:gd name="csX12" fmla="*/ 270129 w 482345"/>
                    <a:gd name="csY12" fmla="*/ 0 h 670655"/>
                    <a:gd name="csX13" fmla="*/ 340043 w 482345"/>
                    <a:gd name="csY13" fmla="*/ 58007 h 670655"/>
                    <a:gd name="csX14" fmla="*/ 482346 w 482345"/>
                    <a:gd name="csY14" fmla="*/ 44101 h 6706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82345" h="670655">
                      <a:moveTo>
                        <a:pt x="0" y="308420"/>
                      </a:moveTo>
                      <a:lnTo>
                        <a:pt x="0" y="621221"/>
                      </a:lnTo>
                      <a:cubicBezTo>
                        <a:pt x="0" y="644843"/>
                        <a:pt x="19145" y="663988"/>
                        <a:pt x="42767" y="663988"/>
                      </a:cubicBezTo>
                      <a:lnTo>
                        <a:pt x="49530" y="663988"/>
                      </a:lnTo>
                      <a:cubicBezTo>
                        <a:pt x="73152" y="663988"/>
                        <a:pt x="92297" y="644843"/>
                        <a:pt x="92297" y="621221"/>
                      </a:cubicBezTo>
                      <a:lnTo>
                        <a:pt x="92297" y="256222"/>
                      </a:lnTo>
                      <a:cubicBezTo>
                        <a:pt x="92297" y="233839"/>
                        <a:pt x="108680" y="213931"/>
                        <a:pt x="130874" y="211741"/>
                      </a:cubicBezTo>
                      <a:cubicBezTo>
                        <a:pt x="156401" y="209264"/>
                        <a:pt x="177832" y="229362"/>
                        <a:pt x="177832" y="254317"/>
                      </a:cubicBezTo>
                      <a:lnTo>
                        <a:pt x="177832" y="627888"/>
                      </a:lnTo>
                      <a:cubicBezTo>
                        <a:pt x="177832" y="651510"/>
                        <a:pt x="196977" y="670655"/>
                        <a:pt x="220599" y="670655"/>
                      </a:cubicBezTo>
                      <a:lnTo>
                        <a:pt x="227362" y="670655"/>
                      </a:lnTo>
                      <a:cubicBezTo>
                        <a:pt x="250984" y="670655"/>
                        <a:pt x="270129" y="651510"/>
                        <a:pt x="270129" y="627888"/>
                      </a:cubicBezTo>
                      <a:lnTo>
                        <a:pt x="270129" y="0"/>
                      </a:lnTo>
                      <a:lnTo>
                        <a:pt x="340043" y="58007"/>
                      </a:lnTo>
                      <a:lnTo>
                        <a:pt x="482346" y="44101"/>
                      </a:lnTo>
                    </a:path>
                  </a:pathLst>
                </a:custGeom>
                <a:noFill/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</p:grpSp>
          <p:grpSp>
            <p:nvGrpSpPr>
              <p:cNvPr id="185" name="Graphic 177">
                <a:extLst>
                  <a:ext uri="{FF2B5EF4-FFF2-40B4-BE49-F238E27FC236}">
                    <a16:creationId xmlns:a16="http://schemas.microsoft.com/office/drawing/2014/main" id="{0DF684CB-A159-BC63-1D3E-416068554930}"/>
                  </a:ext>
                </a:extLst>
              </p:cNvPr>
              <p:cNvGrpSpPr/>
              <p:nvPr/>
            </p:nvGrpSpPr>
            <p:grpSpPr>
              <a:xfrm>
                <a:off x="7091234" y="3981537"/>
                <a:ext cx="497966" cy="908741"/>
                <a:chOff x="7091234" y="3981537"/>
                <a:chExt cx="497966" cy="908741"/>
              </a:xfrm>
              <a:noFill/>
            </p:grpSpPr>
            <p:sp>
              <p:nvSpPr>
                <p:cNvPr id="186" name="Vrije vorm: vorm 185">
                  <a:extLst>
                    <a:ext uri="{FF2B5EF4-FFF2-40B4-BE49-F238E27FC236}">
                      <a16:creationId xmlns:a16="http://schemas.microsoft.com/office/drawing/2014/main" id="{EB72FED1-9683-D302-A838-231362392341}"/>
                    </a:ext>
                  </a:extLst>
                </p:cNvPr>
                <p:cNvSpPr/>
                <p:nvPr/>
              </p:nvSpPr>
              <p:spPr>
                <a:xfrm>
                  <a:off x="7375651" y="4309768"/>
                  <a:ext cx="134492" cy="89439"/>
                </a:xfrm>
                <a:custGeom>
                  <a:avLst/>
                  <a:gdLst>
                    <a:gd name="csX0" fmla="*/ 0 w 134492"/>
                    <a:gd name="csY0" fmla="*/ 0 h 89439"/>
                    <a:gd name="csX1" fmla="*/ 121348 w 134492"/>
                    <a:gd name="csY1" fmla="*/ 75533 h 89439"/>
                    <a:gd name="csX2" fmla="*/ 134493 w 134492"/>
                    <a:gd name="csY2" fmla="*/ 89440 h 8943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34492" h="89439">
                      <a:moveTo>
                        <a:pt x="0" y="0"/>
                      </a:moveTo>
                      <a:lnTo>
                        <a:pt x="121348" y="75533"/>
                      </a:lnTo>
                      <a:cubicBezTo>
                        <a:pt x="127063" y="79057"/>
                        <a:pt x="131445" y="83915"/>
                        <a:pt x="134493" y="89440"/>
                      </a:cubicBezTo>
                    </a:path>
                  </a:pathLst>
                </a:custGeom>
                <a:noFill/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  <p:sp>
              <p:nvSpPr>
                <p:cNvPr id="187" name="Ovaal 186">
                  <a:extLst>
                    <a:ext uri="{FF2B5EF4-FFF2-40B4-BE49-F238E27FC236}">
                      <a16:creationId xmlns:a16="http://schemas.microsoft.com/office/drawing/2014/main" id="{7605A688-D0BA-C819-57BD-A1756299E6F8}"/>
                    </a:ext>
                  </a:extLst>
                </p:cNvPr>
                <p:cNvSpPr/>
                <p:nvPr/>
              </p:nvSpPr>
              <p:spPr>
                <a:xfrm>
                  <a:off x="7304118" y="3981537"/>
                  <a:ext cx="155257" cy="155257"/>
                </a:xfrm>
                <a:prstGeom prst="ellipse">
                  <a:avLst/>
                </a:prstGeom>
                <a:noFill/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  <p:sp>
              <p:nvSpPr>
                <p:cNvPr id="188" name="Vrije vorm: vorm 187">
                  <a:extLst>
                    <a:ext uri="{FF2B5EF4-FFF2-40B4-BE49-F238E27FC236}">
                      <a16:creationId xmlns:a16="http://schemas.microsoft.com/office/drawing/2014/main" id="{05C95E12-8F71-F1B4-431F-B7F07E075B2A}"/>
                    </a:ext>
                  </a:extLst>
                </p:cNvPr>
                <p:cNvSpPr/>
                <p:nvPr/>
              </p:nvSpPr>
              <p:spPr>
                <a:xfrm>
                  <a:off x="7091234" y="4163544"/>
                  <a:ext cx="278710" cy="726734"/>
                </a:xfrm>
                <a:custGeom>
                  <a:avLst/>
                  <a:gdLst>
                    <a:gd name="csX0" fmla="*/ 264605 w 278710"/>
                    <a:gd name="csY0" fmla="*/ 222044 h 726734"/>
                    <a:gd name="csX1" fmla="*/ 277177 w 278710"/>
                    <a:gd name="csY1" fmla="*/ 142510 h 726734"/>
                    <a:gd name="csX2" fmla="*/ 172402 w 278710"/>
                    <a:gd name="csY2" fmla="*/ 1159 h 726734"/>
                    <a:gd name="csX3" fmla="*/ 33051 w 278710"/>
                    <a:gd name="csY3" fmla="*/ 108029 h 726734"/>
                    <a:gd name="csX4" fmla="*/ 7429 w 278710"/>
                    <a:gd name="csY4" fmla="*/ 266811 h 726734"/>
                    <a:gd name="csX5" fmla="*/ 0 w 278710"/>
                    <a:gd name="csY5" fmla="*/ 359775 h 726734"/>
                    <a:gd name="csX6" fmla="*/ 0 w 278710"/>
                    <a:gd name="csY6" fmla="*/ 673910 h 726734"/>
                    <a:gd name="csX7" fmla="*/ 40100 w 278710"/>
                    <a:gd name="csY7" fmla="*/ 718582 h 726734"/>
                    <a:gd name="csX8" fmla="*/ 84772 w 278710"/>
                    <a:gd name="csY8" fmla="*/ 676291 h 726734"/>
                    <a:gd name="csX9" fmla="*/ 84772 w 278710"/>
                    <a:gd name="csY9" fmla="*/ 375586 h 726734"/>
                    <a:gd name="csX10" fmla="*/ 129064 w 278710"/>
                    <a:gd name="csY10" fmla="*/ 337772 h 726734"/>
                    <a:gd name="csX11" fmla="*/ 129064 w 278710"/>
                    <a:gd name="csY11" fmla="*/ 337772 h 726734"/>
                    <a:gd name="csX12" fmla="*/ 161353 w 278710"/>
                    <a:gd name="csY12" fmla="*/ 375586 h 726734"/>
                    <a:gd name="csX13" fmla="*/ 161353 w 278710"/>
                    <a:gd name="csY13" fmla="*/ 682006 h 726734"/>
                    <a:gd name="csX14" fmla="*/ 201454 w 278710"/>
                    <a:gd name="csY14" fmla="*/ 726678 h 726734"/>
                    <a:gd name="csX15" fmla="*/ 246126 w 278710"/>
                    <a:gd name="csY15" fmla="*/ 684387 h 726734"/>
                    <a:gd name="csX16" fmla="*/ 246126 w 278710"/>
                    <a:gd name="csY16" fmla="*/ 339677 h 726734"/>
                    <a:gd name="csX17" fmla="*/ 247840 w 278710"/>
                    <a:gd name="csY17" fmla="*/ 329009 h 72673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278710" h="726734">
                      <a:moveTo>
                        <a:pt x="264605" y="222044"/>
                      </a:moveTo>
                      <a:lnTo>
                        <a:pt x="277177" y="142510"/>
                      </a:lnTo>
                      <a:cubicBezTo>
                        <a:pt x="287941" y="74501"/>
                        <a:pt x="240887" y="10684"/>
                        <a:pt x="172402" y="1159"/>
                      </a:cubicBezTo>
                      <a:cubicBezTo>
                        <a:pt x="105156" y="-8271"/>
                        <a:pt x="43624" y="40973"/>
                        <a:pt x="33051" y="108029"/>
                      </a:cubicBezTo>
                      <a:lnTo>
                        <a:pt x="7429" y="266811"/>
                      </a:lnTo>
                      <a:cubicBezTo>
                        <a:pt x="2476" y="297577"/>
                        <a:pt x="0" y="328628"/>
                        <a:pt x="0" y="359775"/>
                      </a:cubicBezTo>
                      <a:lnTo>
                        <a:pt x="0" y="673910"/>
                      </a:lnTo>
                      <a:cubicBezTo>
                        <a:pt x="0" y="696865"/>
                        <a:pt x="17145" y="717439"/>
                        <a:pt x="40100" y="718582"/>
                      </a:cubicBezTo>
                      <a:cubicBezTo>
                        <a:pt x="64484" y="719820"/>
                        <a:pt x="84772" y="700389"/>
                        <a:pt x="84772" y="676291"/>
                      </a:cubicBezTo>
                      <a:lnTo>
                        <a:pt x="84772" y="375586"/>
                      </a:lnTo>
                      <a:cubicBezTo>
                        <a:pt x="84772" y="352060"/>
                        <a:pt x="105823" y="334057"/>
                        <a:pt x="129064" y="337772"/>
                      </a:cubicBezTo>
                      <a:lnTo>
                        <a:pt x="129064" y="337772"/>
                      </a:lnTo>
                      <a:cubicBezTo>
                        <a:pt x="147638" y="340725"/>
                        <a:pt x="161353" y="356727"/>
                        <a:pt x="161353" y="375586"/>
                      </a:cubicBezTo>
                      <a:lnTo>
                        <a:pt x="161353" y="682006"/>
                      </a:lnTo>
                      <a:cubicBezTo>
                        <a:pt x="161353" y="704961"/>
                        <a:pt x="178498" y="725535"/>
                        <a:pt x="201454" y="726678"/>
                      </a:cubicBezTo>
                      <a:cubicBezTo>
                        <a:pt x="225838" y="727916"/>
                        <a:pt x="246126" y="708485"/>
                        <a:pt x="246126" y="684387"/>
                      </a:cubicBezTo>
                      <a:lnTo>
                        <a:pt x="246126" y="339677"/>
                      </a:lnTo>
                      <a:lnTo>
                        <a:pt x="247840" y="329009"/>
                      </a:lnTo>
                    </a:path>
                  </a:pathLst>
                </a:custGeom>
                <a:noFill/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  <p:sp>
              <p:nvSpPr>
                <p:cNvPr id="189" name="Vrije vorm: vorm 188">
                  <a:extLst>
                    <a:ext uri="{FF2B5EF4-FFF2-40B4-BE49-F238E27FC236}">
                      <a16:creationId xmlns:a16="http://schemas.microsoft.com/office/drawing/2014/main" id="{0F3AB946-B404-0B45-8414-F6A36D673015}"/>
                    </a:ext>
                  </a:extLst>
                </p:cNvPr>
                <p:cNvSpPr/>
                <p:nvPr/>
              </p:nvSpPr>
              <p:spPr>
                <a:xfrm>
                  <a:off x="7412608" y="4574373"/>
                  <a:ext cx="15906" cy="296608"/>
                </a:xfrm>
                <a:custGeom>
                  <a:avLst/>
                  <a:gdLst>
                    <a:gd name="csX0" fmla="*/ 15907 w 15906"/>
                    <a:gd name="csY0" fmla="*/ 0 h 296608"/>
                    <a:gd name="csX1" fmla="*/ 0 w 15906"/>
                    <a:gd name="csY1" fmla="*/ 296609 h 2966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906" h="296608">
                      <a:moveTo>
                        <a:pt x="15907" y="0"/>
                      </a:moveTo>
                      <a:lnTo>
                        <a:pt x="0" y="296609"/>
                      </a:lnTo>
                    </a:path>
                  </a:pathLst>
                </a:custGeom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  <p:sp>
              <p:nvSpPr>
                <p:cNvPr id="190" name="Vrije vorm: vorm 189">
                  <a:extLst>
                    <a:ext uri="{FF2B5EF4-FFF2-40B4-BE49-F238E27FC236}">
                      <a16:creationId xmlns:a16="http://schemas.microsoft.com/office/drawing/2014/main" id="{CBD2BB7A-E65F-2BFF-25E0-2A0725F28CF1}"/>
                    </a:ext>
                  </a:extLst>
                </p:cNvPr>
                <p:cNvSpPr/>
                <p:nvPr/>
              </p:nvSpPr>
              <p:spPr>
                <a:xfrm>
                  <a:off x="7515382" y="4454453"/>
                  <a:ext cx="73818" cy="427672"/>
                </a:xfrm>
                <a:custGeom>
                  <a:avLst/>
                  <a:gdLst>
                    <a:gd name="csX0" fmla="*/ 73819 w 73818"/>
                    <a:gd name="csY0" fmla="*/ 427673 h 427672"/>
                    <a:gd name="csX1" fmla="*/ 53245 w 73818"/>
                    <a:gd name="csY1" fmla="*/ 34957 h 427672"/>
                    <a:gd name="csX2" fmla="*/ 16383 w 73818"/>
                    <a:gd name="csY2" fmla="*/ 0 h 427672"/>
                    <a:gd name="csX3" fmla="*/ 0 w 73818"/>
                    <a:gd name="csY3" fmla="*/ 0 h 4276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3818" h="427672">
                      <a:moveTo>
                        <a:pt x="73819" y="427673"/>
                      </a:moveTo>
                      <a:lnTo>
                        <a:pt x="53245" y="34957"/>
                      </a:lnTo>
                      <a:cubicBezTo>
                        <a:pt x="52197" y="15335"/>
                        <a:pt x="36004" y="0"/>
                        <a:pt x="16383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  <p:sp>
              <p:nvSpPr>
                <p:cNvPr id="191" name="Vrije vorm: vorm 190">
                  <a:extLst>
                    <a:ext uri="{FF2B5EF4-FFF2-40B4-BE49-F238E27FC236}">
                      <a16:creationId xmlns:a16="http://schemas.microsoft.com/office/drawing/2014/main" id="{1B67B57C-20E0-6B50-2544-D09F6389EB2B}"/>
                    </a:ext>
                  </a:extLst>
                </p:cNvPr>
                <p:cNvSpPr/>
                <p:nvPr/>
              </p:nvSpPr>
              <p:spPr>
                <a:xfrm>
                  <a:off x="7194199" y="4287003"/>
                  <a:ext cx="265208" cy="232386"/>
                </a:xfrm>
                <a:custGeom>
                  <a:avLst/>
                  <a:gdLst>
                    <a:gd name="csX0" fmla="*/ 0 w 265208"/>
                    <a:gd name="csY0" fmla="*/ 15240 h 232386"/>
                    <a:gd name="csX1" fmla="*/ 5620 w 265208"/>
                    <a:gd name="csY1" fmla="*/ 44482 h 232386"/>
                    <a:gd name="csX2" fmla="*/ 69532 w 265208"/>
                    <a:gd name="csY2" fmla="*/ 138303 h 232386"/>
                    <a:gd name="csX3" fmla="*/ 208979 w 265208"/>
                    <a:gd name="csY3" fmla="*/ 226695 h 232386"/>
                    <a:gd name="csX4" fmla="*/ 259080 w 265208"/>
                    <a:gd name="csY4" fmla="*/ 216027 h 232386"/>
                    <a:gd name="csX5" fmla="*/ 259080 w 265208"/>
                    <a:gd name="csY5" fmla="*/ 216027 h 232386"/>
                    <a:gd name="csX6" fmla="*/ 249079 w 265208"/>
                    <a:gd name="csY6" fmla="*/ 165354 h 232386"/>
                    <a:gd name="csX7" fmla="*/ 139732 w 265208"/>
                    <a:gd name="csY7" fmla="*/ 91726 h 232386"/>
                    <a:gd name="csX8" fmla="*/ 79153 w 265208"/>
                    <a:gd name="csY8" fmla="*/ 0 h 232386"/>
                    <a:gd name="csX9" fmla="*/ 79153 w 265208"/>
                    <a:gd name="csY9" fmla="*/ 0 h 2323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265208" h="232386">
                      <a:moveTo>
                        <a:pt x="0" y="15240"/>
                      </a:moveTo>
                      <a:lnTo>
                        <a:pt x="5620" y="44482"/>
                      </a:lnTo>
                      <a:cubicBezTo>
                        <a:pt x="13049" y="83249"/>
                        <a:pt x="36195" y="117158"/>
                        <a:pt x="69532" y="138303"/>
                      </a:cubicBezTo>
                      <a:lnTo>
                        <a:pt x="208979" y="226695"/>
                      </a:lnTo>
                      <a:cubicBezTo>
                        <a:pt x="225838" y="237363"/>
                        <a:pt x="248031" y="232601"/>
                        <a:pt x="259080" y="216027"/>
                      </a:cubicBezTo>
                      <a:lnTo>
                        <a:pt x="259080" y="216027"/>
                      </a:lnTo>
                      <a:cubicBezTo>
                        <a:pt x="270224" y="199263"/>
                        <a:pt x="265747" y="176594"/>
                        <a:pt x="249079" y="165354"/>
                      </a:cubicBezTo>
                      <a:lnTo>
                        <a:pt x="139732" y="91726"/>
                      </a:lnTo>
                      <a:cubicBezTo>
                        <a:pt x="108109" y="70485"/>
                        <a:pt x="86296" y="37433"/>
                        <a:pt x="79153" y="0"/>
                      </a:cubicBezTo>
                      <a:lnTo>
                        <a:pt x="79153" y="0"/>
                      </a:lnTo>
                    </a:path>
                  </a:pathLst>
                </a:custGeom>
                <a:noFill/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  <p:sp>
              <p:nvSpPr>
                <p:cNvPr id="192" name="Vrije vorm: vorm 191">
                  <a:extLst>
                    <a:ext uri="{FF2B5EF4-FFF2-40B4-BE49-F238E27FC236}">
                      <a16:creationId xmlns:a16="http://schemas.microsoft.com/office/drawing/2014/main" id="{779A2F1E-F381-D5DC-639A-72D028D14232}"/>
                    </a:ext>
                  </a:extLst>
                </p:cNvPr>
                <p:cNvSpPr/>
                <p:nvPr/>
              </p:nvSpPr>
              <p:spPr>
                <a:xfrm>
                  <a:off x="7429086" y="4633999"/>
                  <a:ext cx="133350" cy="9525"/>
                </a:xfrm>
                <a:custGeom>
                  <a:avLst/>
                  <a:gdLst>
                    <a:gd name="csX0" fmla="*/ 0 w 133350"/>
                    <a:gd name="csY0" fmla="*/ 0 h 9525"/>
                    <a:gd name="csX1" fmla="*/ 133350 w 133350"/>
                    <a:gd name="csY1" fmla="*/ 0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</p:grpSp>
        </p:grpSp>
        <p:grpSp>
          <p:nvGrpSpPr>
            <p:cNvPr id="193" name="Graphic 177">
              <a:extLst>
                <a:ext uri="{FF2B5EF4-FFF2-40B4-BE49-F238E27FC236}">
                  <a16:creationId xmlns:a16="http://schemas.microsoft.com/office/drawing/2014/main" id="{82DED3D6-3F1C-64BF-05AE-7290B3639351}"/>
                </a:ext>
              </a:extLst>
            </p:cNvPr>
            <p:cNvGrpSpPr/>
            <p:nvPr/>
          </p:nvGrpSpPr>
          <p:grpSpPr>
            <a:xfrm>
              <a:off x="5275769" y="3743643"/>
              <a:ext cx="399954" cy="1146578"/>
              <a:chOff x="5275769" y="3743643"/>
              <a:chExt cx="399954" cy="1146578"/>
            </a:xfrm>
            <a:noFill/>
          </p:grpSpPr>
          <p:sp>
            <p:nvSpPr>
              <p:cNvPr id="194" name="Ovaal 193">
                <a:extLst>
                  <a:ext uri="{FF2B5EF4-FFF2-40B4-BE49-F238E27FC236}">
                    <a16:creationId xmlns:a16="http://schemas.microsoft.com/office/drawing/2014/main" id="{83F8FE7A-96B4-130C-3B14-EF739E1F6E1C}"/>
                  </a:ext>
                </a:extLst>
              </p:cNvPr>
              <p:cNvSpPr/>
              <p:nvPr/>
            </p:nvSpPr>
            <p:spPr>
              <a:xfrm rot="-4603200">
                <a:off x="5376033" y="3763884"/>
                <a:ext cx="199453" cy="199453"/>
              </a:xfrm>
              <a:prstGeom prst="ellipse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95" name="Vrije vorm: vorm 194">
                <a:extLst>
                  <a:ext uri="{FF2B5EF4-FFF2-40B4-BE49-F238E27FC236}">
                    <a16:creationId xmlns:a16="http://schemas.microsoft.com/office/drawing/2014/main" id="{E20030B1-98BF-58BF-D5A1-CB8EF6ADBC3A}"/>
                  </a:ext>
                </a:extLst>
              </p:cNvPr>
              <p:cNvSpPr/>
              <p:nvPr/>
            </p:nvSpPr>
            <p:spPr>
              <a:xfrm>
                <a:off x="5275769" y="4038306"/>
                <a:ext cx="399954" cy="468248"/>
              </a:xfrm>
              <a:custGeom>
                <a:avLst/>
                <a:gdLst>
                  <a:gd name="csX0" fmla="*/ 298037 w 399954"/>
                  <a:gd name="csY0" fmla="*/ 169355 h 468248"/>
                  <a:gd name="csX1" fmla="*/ 298037 w 399954"/>
                  <a:gd name="csY1" fmla="*/ 417290 h 468248"/>
                  <a:gd name="csX2" fmla="*/ 348996 w 399954"/>
                  <a:gd name="csY2" fmla="*/ 468249 h 468248"/>
                  <a:gd name="csX3" fmla="*/ 348996 w 399954"/>
                  <a:gd name="csY3" fmla="*/ 468249 h 468248"/>
                  <a:gd name="csX4" fmla="*/ 399955 w 399954"/>
                  <a:gd name="csY4" fmla="*/ 417290 h 468248"/>
                  <a:gd name="csX5" fmla="*/ 399955 w 399954"/>
                  <a:gd name="csY5" fmla="*/ 125444 h 468248"/>
                  <a:gd name="csX6" fmla="*/ 314706 w 399954"/>
                  <a:gd name="csY6" fmla="*/ 14859 h 468248"/>
                  <a:gd name="csX7" fmla="*/ 314706 w 399954"/>
                  <a:gd name="csY7" fmla="*/ 14859 h 468248"/>
                  <a:gd name="csX8" fmla="*/ 85249 w 399954"/>
                  <a:gd name="csY8" fmla="*/ 14859 h 468248"/>
                  <a:gd name="csX9" fmla="*/ 85249 w 399954"/>
                  <a:gd name="csY9" fmla="*/ 14859 h 468248"/>
                  <a:gd name="csX10" fmla="*/ 0 w 399954"/>
                  <a:gd name="csY10" fmla="*/ 125444 h 468248"/>
                  <a:gd name="csX11" fmla="*/ 0 w 399954"/>
                  <a:gd name="csY11" fmla="*/ 417290 h 468248"/>
                  <a:gd name="csX12" fmla="*/ 50959 w 399954"/>
                  <a:gd name="csY12" fmla="*/ 468249 h 468248"/>
                  <a:gd name="csX13" fmla="*/ 50959 w 399954"/>
                  <a:gd name="csY13" fmla="*/ 468249 h 468248"/>
                  <a:gd name="csX14" fmla="*/ 101917 w 399954"/>
                  <a:gd name="csY14" fmla="*/ 417290 h 468248"/>
                  <a:gd name="csX15" fmla="*/ 101917 w 399954"/>
                  <a:gd name="csY15" fmla="*/ 169355 h 4682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99954" h="468248">
                    <a:moveTo>
                      <a:pt x="298037" y="169355"/>
                    </a:moveTo>
                    <a:lnTo>
                      <a:pt x="298037" y="417290"/>
                    </a:lnTo>
                    <a:cubicBezTo>
                      <a:pt x="298037" y="445484"/>
                      <a:pt x="320897" y="468249"/>
                      <a:pt x="348996" y="468249"/>
                    </a:cubicBezTo>
                    <a:lnTo>
                      <a:pt x="348996" y="468249"/>
                    </a:lnTo>
                    <a:cubicBezTo>
                      <a:pt x="377190" y="468249"/>
                      <a:pt x="399955" y="445389"/>
                      <a:pt x="399955" y="417290"/>
                    </a:cubicBezTo>
                    <a:lnTo>
                      <a:pt x="399955" y="125444"/>
                    </a:lnTo>
                    <a:cubicBezTo>
                      <a:pt x="399955" y="73533"/>
                      <a:pt x="364998" y="28099"/>
                      <a:pt x="314706" y="14859"/>
                    </a:cubicBezTo>
                    <a:lnTo>
                      <a:pt x="314706" y="14859"/>
                    </a:lnTo>
                    <a:cubicBezTo>
                      <a:pt x="239459" y="-4953"/>
                      <a:pt x="160401" y="-4953"/>
                      <a:pt x="85249" y="14859"/>
                    </a:cubicBezTo>
                    <a:lnTo>
                      <a:pt x="85249" y="14859"/>
                    </a:lnTo>
                    <a:cubicBezTo>
                      <a:pt x="35052" y="28099"/>
                      <a:pt x="0" y="73533"/>
                      <a:pt x="0" y="125444"/>
                    </a:cubicBezTo>
                    <a:lnTo>
                      <a:pt x="0" y="417290"/>
                    </a:lnTo>
                    <a:cubicBezTo>
                      <a:pt x="0" y="445484"/>
                      <a:pt x="22860" y="468249"/>
                      <a:pt x="50959" y="468249"/>
                    </a:cubicBezTo>
                    <a:lnTo>
                      <a:pt x="50959" y="468249"/>
                    </a:lnTo>
                    <a:cubicBezTo>
                      <a:pt x="79153" y="468249"/>
                      <a:pt x="101917" y="445389"/>
                      <a:pt x="101917" y="417290"/>
                    </a:cubicBezTo>
                    <a:lnTo>
                      <a:pt x="101917" y="169355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96" name="Vrije vorm: vorm 195">
                <a:extLst>
                  <a:ext uri="{FF2B5EF4-FFF2-40B4-BE49-F238E27FC236}">
                    <a16:creationId xmlns:a16="http://schemas.microsoft.com/office/drawing/2014/main" id="{9174797D-4051-810E-696C-CE347F1791D6}"/>
                  </a:ext>
                </a:extLst>
              </p:cNvPr>
              <p:cNvSpPr/>
              <p:nvPr/>
            </p:nvSpPr>
            <p:spPr>
              <a:xfrm>
                <a:off x="5326823" y="4506555"/>
                <a:ext cx="9525" cy="57245"/>
              </a:xfrm>
              <a:custGeom>
                <a:avLst/>
                <a:gdLst>
                  <a:gd name="csX0" fmla="*/ 0 w 9525"/>
                  <a:gd name="csY0" fmla="*/ 57245 h 57245"/>
                  <a:gd name="csX1" fmla="*/ 0 w 9525"/>
                  <a:gd name="csY1" fmla="*/ 0 h 572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57245">
                    <a:moveTo>
                      <a:pt x="0" y="57245"/>
                    </a:moveTo>
                    <a:lnTo>
                      <a:pt x="0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97" name="Vrije vorm: vorm 196">
                <a:extLst>
                  <a:ext uri="{FF2B5EF4-FFF2-40B4-BE49-F238E27FC236}">
                    <a16:creationId xmlns:a16="http://schemas.microsoft.com/office/drawing/2014/main" id="{AD646157-911B-E9FF-5EC1-AE9209EDD89E}"/>
                  </a:ext>
                </a:extLst>
              </p:cNvPr>
              <p:cNvSpPr/>
              <p:nvPr/>
            </p:nvSpPr>
            <p:spPr>
              <a:xfrm>
                <a:off x="5347207" y="4506555"/>
                <a:ext cx="257175" cy="383666"/>
              </a:xfrm>
              <a:custGeom>
                <a:avLst/>
                <a:gdLst>
                  <a:gd name="csX0" fmla="*/ 257175 w 257175"/>
                  <a:gd name="csY0" fmla="*/ 0 h 383666"/>
                  <a:gd name="csX1" fmla="*/ 257175 w 257175"/>
                  <a:gd name="csY1" fmla="*/ 319373 h 383666"/>
                  <a:gd name="csX2" fmla="*/ 192881 w 257175"/>
                  <a:gd name="csY2" fmla="*/ 383667 h 383666"/>
                  <a:gd name="csX3" fmla="*/ 192881 w 257175"/>
                  <a:gd name="csY3" fmla="*/ 383667 h 383666"/>
                  <a:gd name="csX4" fmla="*/ 128588 w 257175"/>
                  <a:gd name="csY4" fmla="*/ 319373 h 383666"/>
                  <a:gd name="csX5" fmla="*/ 128588 w 257175"/>
                  <a:gd name="csY5" fmla="*/ 0 h 383666"/>
                  <a:gd name="csX6" fmla="*/ 128588 w 257175"/>
                  <a:gd name="csY6" fmla="*/ 319373 h 383666"/>
                  <a:gd name="csX7" fmla="*/ 64294 w 257175"/>
                  <a:gd name="csY7" fmla="*/ 383667 h 383666"/>
                  <a:gd name="csX8" fmla="*/ 64294 w 257175"/>
                  <a:gd name="csY8" fmla="*/ 383667 h 383666"/>
                  <a:gd name="csX9" fmla="*/ 0 w 257175"/>
                  <a:gd name="csY9" fmla="*/ 319373 h 383666"/>
                  <a:gd name="csX10" fmla="*/ 0 w 257175"/>
                  <a:gd name="csY10" fmla="*/ 306324 h 3836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57175" h="383666">
                    <a:moveTo>
                      <a:pt x="257175" y="0"/>
                    </a:moveTo>
                    <a:lnTo>
                      <a:pt x="257175" y="319373"/>
                    </a:lnTo>
                    <a:cubicBezTo>
                      <a:pt x="257175" y="354902"/>
                      <a:pt x="228409" y="383667"/>
                      <a:pt x="192881" y="383667"/>
                    </a:cubicBezTo>
                    <a:lnTo>
                      <a:pt x="192881" y="383667"/>
                    </a:lnTo>
                    <a:cubicBezTo>
                      <a:pt x="157353" y="383667"/>
                      <a:pt x="128588" y="354902"/>
                      <a:pt x="128588" y="319373"/>
                    </a:cubicBezTo>
                    <a:lnTo>
                      <a:pt x="128588" y="0"/>
                    </a:lnTo>
                    <a:cubicBezTo>
                      <a:pt x="128588" y="0"/>
                      <a:pt x="128588" y="319373"/>
                      <a:pt x="128588" y="319373"/>
                    </a:cubicBezTo>
                    <a:cubicBezTo>
                      <a:pt x="128588" y="354902"/>
                      <a:pt x="99822" y="383667"/>
                      <a:pt x="64294" y="383667"/>
                    </a:cubicBezTo>
                    <a:lnTo>
                      <a:pt x="64294" y="383667"/>
                    </a:lnTo>
                    <a:cubicBezTo>
                      <a:pt x="28765" y="383667"/>
                      <a:pt x="0" y="354902"/>
                      <a:pt x="0" y="319373"/>
                    </a:cubicBezTo>
                    <a:lnTo>
                      <a:pt x="0" y="306324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98" name="Vrije vorm: vorm 197">
                <a:extLst>
                  <a:ext uri="{FF2B5EF4-FFF2-40B4-BE49-F238E27FC236}">
                    <a16:creationId xmlns:a16="http://schemas.microsoft.com/office/drawing/2014/main" id="{53CAF98A-6135-EE2D-F154-740327146220}"/>
                  </a:ext>
                </a:extLst>
              </p:cNvPr>
              <p:cNvSpPr/>
              <p:nvPr/>
            </p:nvSpPr>
            <p:spPr>
              <a:xfrm>
                <a:off x="5475794" y="4054689"/>
                <a:ext cx="9525" cy="22764"/>
              </a:xfrm>
              <a:custGeom>
                <a:avLst/>
                <a:gdLst>
                  <a:gd name="csX0" fmla="*/ 0 w 9525"/>
                  <a:gd name="csY0" fmla="*/ 0 h 22764"/>
                  <a:gd name="csX1" fmla="*/ 0 w 9525"/>
                  <a:gd name="csY1" fmla="*/ 22765 h 227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22764">
                    <a:moveTo>
                      <a:pt x="0" y="0"/>
                    </a:moveTo>
                    <a:lnTo>
                      <a:pt x="0" y="22765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199" name="Vrije vorm: vorm 198">
                <a:extLst>
                  <a:ext uri="{FF2B5EF4-FFF2-40B4-BE49-F238E27FC236}">
                    <a16:creationId xmlns:a16="http://schemas.microsoft.com/office/drawing/2014/main" id="{905A9F92-3406-AEC2-5311-9D4D8870D30F}"/>
                  </a:ext>
                </a:extLst>
              </p:cNvPr>
              <p:cNvSpPr/>
              <p:nvPr/>
            </p:nvSpPr>
            <p:spPr>
              <a:xfrm>
                <a:off x="5475794" y="4136604"/>
                <a:ext cx="9525" cy="185451"/>
              </a:xfrm>
              <a:custGeom>
                <a:avLst/>
                <a:gdLst>
                  <a:gd name="csX0" fmla="*/ 0 w 9525"/>
                  <a:gd name="csY0" fmla="*/ 0 h 185451"/>
                  <a:gd name="csX1" fmla="*/ 0 w 9525"/>
                  <a:gd name="csY1" fmla="*/ 185452 h 185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185451">
                    <a:moveTo>
                      <a:pt x="0" y="0"/>
                    </a:moveTo>
                    <a:lnTo>
                      <a:pt x="0" y="185452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00" name="Rechthoek 199">
                <a:extLst>
                  <a:ext uri="{FF2B5EF4-FFF2-40B4-BE49-F238E27FC236}">
                    <a16:creationId xmlns:a16="http://schemas.microsoft.com/office/drawing/2014/main" id="{9F4D2441-C22D-6CA5-A369-AC6AD5085A73}"/>
                  </a:ext>
                </a:extLst>
              </p:cNvPr>
              <p:cNvSpPr/>
              <p:nvPr/>
            </p:nvSpPr>
            <p:spPr>
              <a:xfrm>
                <a:off x="5286342" y="4567039"/>
                <a:ext cx="81152" cy="196214"/>
              </a:xfrm>
              <a:prstGeom prst="rect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</p:grpSp>
        <p:grpSp>
          <p:nvGrpSpPr>
            <p:cNvPr id="201" name="Graphic 177">
              <a:extLst>
                <a:ext uri="{FF2B5EF4-FFF2-40B4-BE49-F238E27FC236}">
                  <a16:creationId xmlns:a16="http://schemas.microsoft.com/office/drawing/2014/main" id="{E40B880C-3EEB-CE5D-21F7-2F8A12C6C472}"/>
                </a:ext>
              </a:extLst>
            </p:cNvPr>
            <p:cNvGrpSpPr/>
            <p:nvPr/>
          </p:nvGrpSpPr>
          <p:grpSpPr>
            <a:xfrm>
              <a:off x="5895656" y="3668164"/>
              <a:ext cx="399954" cy="1222057"/>
              <a:chOff x="5895656" y="3668164"/>
              <a:chExt cx="399954" cy="1222057"/>
            </a:xfrm>
            <a:noFill/>
          </p:grpSpPr>
          <p:sp>
            <p:nvSpPr>
              <p:cNvPr id="202" name="Vrije vorm: vorm 201">
                <a:extLst>
                  <a:ext uri="{FF2B5EF4-FFF2-40B4-BE49-F238E27FC236}">
                    <a16:creationId xmlns:a16="http://schemas.microsoft.com/office/drawing/2014/main" id="{6A933039-A05F-FD15-0DD9-0BE74ED28801}"/>
                  </a:ext>
                </a:extLst>
              </p:cNvPr>
              <p:cNvSpPr/>
              <p:nvPr/>
            </p:nvSpPr>
            <p:spPr>
              <a:xfrm>
                <a:off x="5895656" y="4038306"/>
                <a:ext cx="399954" cy="468248"/>
              </a:xfrm>
              <a:custGeom>
                <a:avLst/>
                <a:gdLst>
                  <a:gd name="csX0" fmla="*/ 298037 w 399954"/>
                  <a:gd name="csY0" fmla="*/ 206788 h 468248"/>
                  <a:gd name="csX1" fmla="*/ 298037 w 399954"/>
                  <a:gd name="csY1" fmla="*/ 417290 h 468248"/>
                  <a:gd name="csX2" fmla="*/ 348996 w 399954"/>
                  <a:gd name="csY2" fmla="*/ 468249 h 468248"/>
                  <a:gd name="csX3" fmla="*/ 348996 w 399954"/>
                  <a:gd name="csY3" fmla="*/ 468249 h 468248"/>
                  <a:gd name="csX4" fmla="*/ 399955 w 399954"/>
                  <a:gd name="csY4" fmla="*/ 417290 h 468248"/>
                  <a:gd name="csX5" fmla="*/ 399955 w 399954"/>
                  <a:gd name="csY5" fmla="*/ 125444 h 468248"/>
                  <a:gd name="csX6" fmla="*/ 314706 w 399954"/>
                  <a:gd name="csY6" fmla="*/ 14859 h 468248"/>
                  <a:gd name="csX7" fmla="*/ 314706 w 399954"/>
                  <a:gd name="csY7" fmla="*/ 14859 h 468248"/>
                  <a:gd name="csX8" fmla="*/ 85249 w 399954"/>
                  <a:gd name="csY8" fmla="*/ 14859 h 468248"/>
                  <a:gd name="csX9" fmla="*/ 85249 w 399954"/>
                  <a:gd name="csY9" fmla="*/ 14859 h 468248"/>
                  <a:gd name="csX10" fmla="*/ 0 w 399954"/>
                  <a:gd name="csY10" fmla="*/ 125444 h 468248"/>
                  <a:gd name="csX11" fmla="*/ 0 w 399954"/>
                  <a:gd name="csY11" fmla="*/ 417290 h 468248"/>
                  <a:gd name="csX12" fmla="*/ 50959 w 399954"/>
                  <a:gd name="csY12" fmla="*/ 468249 h 468248"/>
                  <a:gd name="csX13" fmla="*/ 50959 w 399954"/>
                  <a:gd name="csY13" fmla="*/ 468249 h 468248"/>
                  <a:gd name="csX14" fmla="*/ 101918 w 399954"/>
                  <a:gd name="csY14" fmla="*/ 417290 h 468248"/>
                  <a:gd name="csX15" fmla="*/ 101918 w 399954"/>
                  <a:gd name="csY15" fmla="*/ 169355 h 4682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99954" h="468248">
                    <a:moveTo>
                      <a:pt x="298037" y="206788"/>
                    </a:moveTo>
                    <a:lnTo>
                      <a:pt x="298037" y="417290"/>
                    </a:lnTo>
                    <a:cubicBezTo>
                      <a:pt x="298037" y="445484"/>
                      <a:pt x="320897" y="468249"/>
                      <a:pt x="348996" y="468249"/>
                    </a:cubicBezTo>
                    <a:lnTo>
                      <a:pt x="348996" y="468249"/>
                    </a:lnTo>
                    <a:cubicBezTo>
                      <a:pt x="377190" y="468249"/>
                      <a:pt x="399955" y="445389"/>
                      <a:pt x="399955" y="417290"/>
                    </a:cubicBezTo>
                    <a:lnTo>
                      <a:pt x="399955" y="125444"/>
                    </a:lnTo>
                    <a:cubicBezTo>
                      <a:pt x="399955" y="73533"/>
                      <a:pt x="364998" y="28099"/>
                      <a:pt x="314706" y="14859"/>
                    </a:cubicBezTo>
                    <a:lnTo>
                      <a:pt x="314706" y="14859"/>
                    </a:lnTo>
                    <a:cubicBezTo>
                      <a:pt x="239459" y="-4953"/>
                      <a:pt x="160401" y="-4953"/>
                      <a:pt x="85249" y="14859"/>
                    </a:cubicBezTo>
                    <a:lnTo>
                      <a:pt x="85249" y="14859"/>
                    </a:lnTo>
                    <a:cubicBezTo>
                      <a:pt x="35052" y="28099"/>
                      <a:pt x="0" y="73533"/>
                      <a:pt x="0" y="125444"/>
                    </a:cubicBezTo>
                    <a:lnTo>
                      <a:pt x="0" y="417290"/>
                    </a:lnTo>
                    <a:cubicBezTo>
                      <a:pt x="0" y="445484"/>
                      <a:pt x="22860" y="468249"/>
                      <a:pt x="50959" y="468249"/>
                    </a:cubicBezTo>
                    <a:lnTo>
                      <a:pt x="50959" y="468249"/>
                    </a:lnTo>
                    <a:cubicBezTo>
                      <a:pt x="79153" y="468249"/>
                      <a:pt x="101918" y="445389"/>
                      <a:pt x="101918" y="417290"/>
                    </a:cubicBezTo>
                    <a:lnTo>
                      <a:pt x="101918" y="169355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03" name="Vrije vorm: vorm 202">
                <a:extLst>
                  <a:ext uri="{FF2B5EF4-FFF2-40B4-BE49-F238E27FC236}">
                    <a16:creationId xmlns:a16="http://schemas.microsoft.com/office/drawing/2014/main" id="{2928FC0B-4AA7-70EB-7834-EBDE27B73334}"/>
                  </a:ext>
                </a:extLst>
              </p:cNvPr>
              <p:cNvSpPr/>
              <p:nvPr/>
            </p:nvSpPr>
            <p:spPr>
              <a:xfrm>
                <a:off x="5967093" y="4506555"/>
                <a:ext cx="257175" cy="383666"/>
              </a:xfrm>
              <a:custGeom>
                <a:avLst/>
                <a:gdLst>
                  <a:gd name="csX0" fmla="*/ 257175 w 257175"/>
                  <a:gd name="csY0" fmla="*/ 0 h 383666"/>
                  <a:gd name="csX1" fmla="*/ 257175 w 257175"/>
                  <a:gd name="csY1" fmla="*/ 319373 h 383666"/>
                  <a:gd name="csX2" fmla="*/ 192881 w 257175"/>
                  <a:gd name="csY2" fmla="*/ 383667 h 383666"/>
                  <a:gd name="csX3" fmla="*/ 192881 w 257175"/>
                  <a:gd name="csY3" fmla="*/ 383667 h 383666"/>
                  <a:gd name="csX4" fmla="*/ 128588 w 257175"/>
                  <a:gd name="csY4" fmla="*/ 319373 h 383666"/>
                  <a:gd name="csX5" fmla="*/ 128588 w 257175"/>
                  <a:gd name="csY5" fmla="*/ 0 h 383666"/>
                  <a:gd name="csX6" fmla="*/ 128588 w 257175"/>
                  <a:gd name="csY6" fmla="*/ 319373 h 383666"/>
                  <a:gd name="csX7" fmla="*/ 64294 w 257175"/>
                  <a:gd name="csY7" fmla="*/ 383667 h 383666"/>
                  <a:gd name="csX8" fmla="*/ 64294 w 257175"/>
                  <a:gd name="csY8" fmla="*/ 383667 h 383666"/>
                  <a:gd name="csX9" fmla="*/ 0 w 257175"/>
                  <a:gd name="csY9" fmla="*/ 319373 h 383666"/>
                  <a:gd name="csX10" fmla="*/ 0 w 257175"/>
                  <a:gd name="csY10" fmla="*/ 0 h 3836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57175" h="383666">
                    <a:moveTo>
                      <a:pt x="257175" y="0"/>
                    </a:moveTo>
                    <a:lnTo>
                      <a:pt x="257175" y="319373"/>
                    </a:lnTo>
                    <a:cubicBezTo>
                      <a:pt x="257175" y="354902"/>
                      <a:pt x="228410" y="383667"/>
                      <a:pt x="192881" y="383667"/>
                    </a:cubicBezTo>
                    <a:lnTo>
                      <a:pt x="192881" y="383667"/>
                    </a:lnTo>
                    <a:cubicBezTo>
                      <a:pt x="157353" y="383667"/>
                      <a:pt x="128588" y="354902"/>
                      <a:pt x="128588" y="319373"/>
                    </a:cubicBezTo>
                    <a:lnTo>
                      <a:pt x="128588" y="0"/>
                    </a:lnTo>
                    <a:cubicBezTo>
                      <a:pt x="128588" y="0"/>
                      <a:pt x="128588" y="319373"/>
                      <a:pt x="128588" y="319373"/>
                    </a:cubicBezTo>
                    <a:cubicBezTo>
                      <a:pt x="128588" y="354902"/>
                      <a:pt x="99822" y="383667"/>
                      <a:pt x="64294" y="383667"/>
                    </a:cubicBezTo>
                    <a:lnTo>
                      <a:pt x="64294" y="383667"/>
                    </a:lnTo>
                    <a:cubicBezTo>
                      <a:pt x="28766" y="383667"/>
                      <a:pt x="0" y="354902"/>
                      <a:pt x="0" y="319373"/>
                    </a:cubicBezTo>
                    <a:lnTo>
                      <a:pt x="0" y="0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04" name="Rechthoek 203">
                <a:extLst>
                  <a:ext uri="{FF2B5EF4-FFF2-40B4-BE49-F238E27FC236}">
                    <a16:creationId xmlns:a16="http://schemas.microsoft.com/office/drawing/2014/main" id="{7D57FC2A-DBA6-E6AA-85C9-CF99CA571B44}"/>
                  </a:ext>
                </a:extLst>
              </p:cNvPr>
              <p:cNvSpPr/>
              <p:nvPr/>
            </p:nvSpPr>
            <p:spPr>
              <a:xfrm>
                <a:off x="6002622" y="3668164"/>
                <a:ext cx="195548" cy="131254"/>
              </a:xfrm>
              <a:prstGeom prst="rect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05" name="Vrije vorm: vorm 204">
                <a:extLst>
                  <a:ext uri="{FF2B5EF4-FFF2-40B4-BE49-F238E27FC236}">
                    <a16:creationId xmlns:a16="http://schemas.microsoft.com/office/drawing/2014/main" id="{797336B7-197C-1F8C-6F5F-73094CA6C0AB}"/>
                  </a:ext>
                </a:extLst>
              </p:cNvPr>
              <p:cNvSpPr/>
              <p:nvPr/>
            </p:nvSpPr>
            <p:spPr>
              <a:xfrm>
                <a:off x="6000621" y="3799419"/>
                <a:ext cx="199453" cy="164020"/>
              </a:xfrm>
              <a:custGeom>
                <a:avLst/>
                <a:gdLst>
                  <a:gd name="csX0" fmla="*/ 176022 w 199453"/>
                  <a:gd name="csY0" fmla="*/ 0 h 164020"/>
                  <a:gd name="csX1" fmla="*/ 23527 w 199453"/>
                  <a:gd name="csY1" fmla="*/ 0 h 164020"/>
                  <a:gd name="csX2" fmla="*/ 0 w 199453"/>
                  <a:gd name="csY2" fmla="*/ 64294 h 164020"/>
                  <a:gd name="csX3" fmla="*/ 99727 w 199453"/>
                  <a:gd name="csY3" fmla="*/ 164021 h 164020"/>
                  <a:gd name="csX4" fmla="*/ 199454 w 199453"/>
                  <a:gd name="csY4" fmla="*/ 64294 h 164020"/>
                  <a:gd name="csX5" fmla="*/ 175927 w 199453"/>
                  <a:gd name="csY5" fmla="*/ 0 h 1640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99453" h="164020">
                    <a:moveTo>
                      <a:pt x="176022" y="0"/>
                    </a:moveTo>
                    <a:lnTo>
                      <a:pt x="23527" y="0"/>
                    </a:lnTo>
                    <a:cubicBezTo>
                      <a:pt x="8858" y="17335"/>
                      <a:pt x="0" y="39719"/>
                      <a:pt x="0" y="64294"/>
                    </a:cubicBezTo>
                    <a:cubicBezTo>
                      <a:pt x="0" y="119348"/>
                      <a:pt x="44672" y="164021"/>
                      <a:pt x="99727" y="164021"/>
                    </a:cubicBezTo>
                    <a:cubicBezTo>
                      <a:pt x="154781" y="164021"/>
                      <a:pt x="199454" y="119348"/>
                      <a:pt x="199454" y="64294"/>
                    </a:cubicBezTo>
                    <a:cubicBezTo>
                      <a:pt x="199454" y="39814"/>
                      <a:pt x="190595" y="17431"/>
                      <a:pt x="175927" y="0"/>
                    </a:cubicBezTo>
                    <a:close/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06" name="Vrije vorm: vorm 205">
                <a:extLst>
                  <a:ext uri="{FF2B5EF4-FFF2-40B4-BE49-F238E27FC236}">
                    <a16:creationId xmlns:a16="http://schemas.microsoft.com/office/drawing/2014/main" id="{74D2952A-E074-A20F-4137-8EFB777EEC39}"/>
                  </a:ext>
                </a:extLst>
              </p:cNvPr>
              <p:cNvSpPr/>
              <p:nvPr/>
            </p:nvSpPr>
            <p:spPr>
              <a:xfrm>
                <a:off x="6120255" y="4112137"/>
                <a:ext cx="79711" cy="68090"/>
              </a:xfrm>
              <a:custGeom>
                <a:avLst/>
                <a:gdLst>
                  <a:gd name="csX0" fmla="*/ 0 w 79711"/>
                  <a:gd name="csY0" fmla="*/ 35992 h 68090"/>
                  <a:gd name="csX1" fmla="*/ 6191 w 79711"/>
                  <a:gd name="csY1" fmla="*/ 22466 h 68090"/>
                  <a:gd name="csX2" fmla="*/ 57245 w 79711"/>
                  <a:gd name="csY2" fmla="*/ 3511 h 68090"/>
                  <a:gd name="csX3" fmla="*/ 57245 w 79711"/>
                  <a:gd name="csY3" fmla="*/ 3511 h 68090"/>
                  <a:gd name="csX4" fmla="*/ 76200 w 79711"/>
                  <a:gd name="csY4" fmla="*/ 54565 h 68090"/>
                  <a:gd name="csX5" fmla="*/ 70009 w 79711"/>
                  <a:gd name="csY5" fmla="*/ 68091 h 680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9711" h="68090">
                    <a:moveTo>
                      <a:pt x="0" y="35992"/>
                    </a:moveTo>
                    <a:lnTo>
                      <a:pt x="6191" y="22466"/>
                    </a:lnTo>
                    <a:cubicBezTo>
                      <a:pt x="15050" y="3130"/>
                      <a:pt x="37909" y="-5347"/>
                      <a:pt x="57245" y="3511"/>
                    </a:cubicBezTo>
                    <a:lnTo>
                      <a:pt x="57245" y="3511"/>
                    </a:lnTo>
                    <a:cubicBezTo>
                      <a:pt x="76581" y="12370"/>
                      <a:pt x="85058" y="35230"/>
                      <a:pt x="76200" y="54565"/>
                    </a:cubicBezTo>
                    <a:lnTo>
                      <a:pt x="70009" y="68091"/>
                    </a:lnTo>
                  </a:path>
                </a:pathLst>
              </a:cu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07" name="Vrije vorm: vorm 206">
                <a:extLst>
                  <a:ext uri="{FF2B5EF4-FFF2-40B4-BE49-F238E27FC236}">
                    <a16:creationId xmlns:a16="http://schemas.microsoft.com/office/drawing/2014/main" id="{CD53ED6C-0A53-9C0C-943D-2181B14B6E66}"/>
                  </a:ext>
                </a:extLst>
              </p:cNvPr>
              <p:cNvSpPr/>
              <p:nvPr/>
            </p:nvSpPr>
            <p:spPr>
              <a:xfrm>
                <a:off x="6179501" y="4066119"/>
                <a:ext cx="20669" cy="45053"/>
              </a:xfrm>
              <a:custGeom>
                <a:avLst/>
                <a:gdLst>
                  <a:gd name="csX0" fmla="*/ 0 w 20669"/>
                  <a:gd name="csY0" fmla="*/ 45053 h 45053"/>
                  <a:gd name="csX1" fmla="*/ 20669 w 20669"/>
                  <a:gd name="csY1" fmla="*/ 0 h 450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69" h="45053">
                    <a:moveTo>
                      <a:pt x="0" y="45053"/>
                    </a:moveTo>
                    <a:lnTo>
                      <a:pt x="20669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sp>
            <p:nvSpPr>
              <p:cNvPr id="208" name="Vrije vorm: vorm 207">
                <a:extLst>
                  <a:ext uri="{FF2B5EF4-FFF2-40B4-BE49-F238E27FC236}">
                    <a16:creationId xmlns:a16="http://schemas.microsoft.com/office/drawing/2014/main" id="{0D26BF69-8171-8858-4C87-4725440DE144}"/>
                  </a:ext>
                </a:extLst>
              </p:cNvPr>
              <p:cNvSpPr/>
              <p:nvPr/>
            </p:nvSpPr>
            <p:spPr>
              <a:xfrm>
                <a:off x="5996335" y="4066119"/>
                <a:ext cx="20669" cy="45053"/>
              </a:xfrm>
              <a:custGeom>
                <a:avLst/>
                <a:gdLst>
                  <a:gd name="csX0" fmla="*/ 20669 w 20669"/>
                  <a:gd name="csY0" fmla="*/ 45053 h 45053"/>
                  <a:gd name="csX1" fmla="*/ 0 w 20669"/>
                  <a:gd name="csY1" fmla="*/ 0 h 450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669" h="45053">
                    <a:moveTo>
                      <a:pt x="20669" y="45053"/>
                    </a:moveTo>
                    <a:lnTo>
                      <a:pt x="0" y="0"/>
                    </a:lnTo>
                  </a:path>
                </a:pathLst>
              </a:custGeom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  <p:grpSp>
            <p:nvGrpSpPr>
              <p:cNvPr id="209" name="Graphic 177">
                <a:extLst>
                  <a:ext uri="{FF2B5EF4-FFF2-40B4-BE49-F238E27FC236}">
                    <a16:creationId xmlns:a16="http://schemas.microsoft.com/office/drawing/2014/main" id="{352209ED-ADEB-B442-265B-9E33CBDE9005}"/>
                  </a:ext>
                </a:extLst>
              </p:cNvPr>
              <p:cNvGrpSpPr/>
              <p:nvPr/>
            </p:nvGrpSpPr>
            <p:grpSpPr>
              <a:xfrm>
                <a:off x="6080632" y="3714075"/>
                <a:ext cx="39433" cy="39433"/>
                <a:chOff x="6080632" y="3714075"/>
                <a:chExt cx="39433" cy="39433"/>
              </a:xfrm>
            </p:grpSpPr>
            <p:sp>
              <p:nvSpPr>
                <p:cNvPr id="210" name="Vrije vorm: vorm 209">
                  <a:extLst>
                    <a:ext uri="{FF2B5EF4-FFF2-40B4-BE49-F238E27FC236}">
                      <a16:creationId xmlns:a16="http://schemas.microsoft.com/office/drawing/2014/main" id="{C06F5569-0541-3D6E-1252-7D44BF9A3695}"/>
                    </a:ext>
                  </a:extLst>
                </p:cNvPr>
                <p:cNvSpPr/>
                <p:nvPr/>
              </p:nvSpPr>
              <p:spPr>
                <a:xfrm>
                  <a:off x="6100348" y="3714075"/>
                  <a:ext cx="9525" cy="39433"/>
                </a:xfrm>
                <a:custGeom>
                  <a:avLst/>
                  <a:gdLst>
                    <a:gd name="csX0" fmla="*/ 0 w 9525"/>
                    <a:gd name="csY0" fmla="*/ 0 h 39433"/>
                    <a:gd name="csX1" fmla="*/ 0 w 9525"/>
                    <a:gd name="csY1" fmla="*/ 39433 h 394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39433">
                      <a:moveTo>
                        <a:pt x="0" y="0"/>
                      </a:moveTo>
                      <a:lnTo>
                        <a:pt x="0" y="39433"/>
                      </a:lnTo>
                    </a:path>
                  </a:pathLst>
                </a:custGeom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  <p:sp>
              <p:nvSpPr>
                <p:cNvPr id="211" name="Vrije vorm: vorm 210">
                  <a:extLst>
                    <a:ext uri="{FF2B5EF4-FFF2-40B4-BE49-F238E27FC236}">
                      <a16:creationId xmlns:a16="http://schemas.microsoft.com/office/drawing/2014/main" id="{941E5382-9C05-87EB-009B-D52666C6CB8E}"/>
                    </a:ext>
                  </a:extLst>
                </p:cNvPr>
                <p:cNvSpPr/>
                <p:nvPr/>
              </p:nvSpPr>
              <p:spPr>
                <a:xfrm>
                  <a:off x="6080632" y="3733792"/>
                  <a:ext cx="39433" cy="9525"/>
                </a:xfrm>
                <a:custGeom>
                  <a:avLst/>
                  <a:gdLst>
                    <a:gd name="csX0" fmla="*/ 39433 w 39433"/>
                    <a:gd name="csY0" fmla="*/ 0 h 9525"/>
                    <a:gd name="csX1" fmla="*/ 0 w 39433"/>
                    <a:gd name="csY1" fmla="*/ 0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9433" h="9525">
                      <a:moveTo>
                        <a:pt x="39433" y="0"/>
                      </a:moveTo>
                      <a:lnTo>
                        <a:pt x="0" y="0"/>
                      </a:lnTo>
                    </a:path>
                  </a:pathLst>
                </a:custGeom>
                <a:ln w="30480" cap="rnd">
                  <a:solidFill>
                    <a:srgbClr val="3C3C3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nl-NL"/>
                </a:p>
              </p:txBody>
            </p:sp>
          </p:grpSp>
          <p:sp>
            <p:nvSpPr>
              <p:cNvPr id="212" name="Ovaal 211">
                <a:extLst>
                  <a:ext uri="{FF2B5EF4-FFF2-40B4-BE49-F238E27FC236}">
                    <a16:creationId xmlns:a16="http://schemas.microsoft.com/office/drawing/2014/main" id="{881C39E2-7233-8957-88FF-505E6368D015}"/>
                  </a:ext>
                </a:extLst>
              </p:cNvPr>
              <p:cNvSpPr/>
              <p:nvPr/>
            </p:nvSpPr>
            <p:spPr>
              <a:xfrm>
                <a:off x="6013861" y="4119268"/>
                <a:ext cx="25336" cy="25336"/>
              </a:xfrm>
              <a:prstGeom prst="ellipse">
                <a:avLst/>
              </a:prstGeom>
              <a:noFill/>
              <a:ln w="30480" cap="rnd">
                <a:solidFill>
                  <a:srgbClr val="3C3C3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nl-NL"/>
              </a:p>
            </p:txBody>
          </p:sp>
        </p:grpSp>
      </p:grpSp>
      <p:sp>
        <p:nvSpPr>
          <p:cNvPr id="215" name="Tijdelijke aanduiding voor tekst 214">
            <a:extLst>
              <a:ext uri="{FF2B5EF4-FFF2-40B4-BE49-F238E27FC236}">
                <a16:creationId xmlns:a16="http://schemas.microsoft.com/office/drawing/2014/main" id="{1AAFC6FA-6B99-74BF-F7D6-64ACB35DC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18651" y="1516461"/>
            <a:ext cx="1226591" cy="752568"/>
          </a:xfrm>
        </p:spPr>
        <p:txBody>
          <a:bodyPr/>
          <a:lstStyle>
            <a:lvl1pPr>
              <a:buNone/>
              <a:defRPr sz="130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17" name="Tijdelijke aanduiding voor tekst 214">
            <a:extLst>
              <a:ext uri="{FF2B5EF4-FFF2-40B4-BE49-F238E27FC236}">
                <a16:creationId xmlns:a16="http://schemas.microsoft.com/office/drawing/2014/main" id="{4CB0C839-EDEA-FBD8-7F58-2822821875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72828" y="3146318"/>
            <a:ext cx="1226591" cy="481234"/>
          </a:xfrm>
        </p:spPr>
        <p:txBody>
          <a:bodyPr/>
          <a:lstStyle>
            <a:lvl1pPr>
              <a:buNone/>
              <a:defRPr sz="130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18" name="Tijdelijke aanduiding voor tekst 214">
            <a:extLst>
              <a:ext uri="{FF2B5EF4-FFF2-40B4-BE49-F238E27FC236}">
                <a16:creationId xmlns:a16="http://schemas.microsoft.com/office/drawing/2014/main" id="{DA4766C8-541B-9FDE-E08A-DFE03B23AB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28108" y="5434555"/>
            <a:ext cx="1510975" cy="752568"/>
          </a:xfrm>
        </p:spPr>
        <p:txBody>
          <a:bodyPr/>
          <a:lstStyle>
            <a:lvl1pPr>
              <a:buNone/>
              <a:defRPr sz="130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19" name="Tijdelijke aanduiding voor tekst 214">
            <a:extLst>
              <a:ext uri="{FF2B5EF4-FFF2-40B4-BE49-F238E27FC236}">
                <a16:creationId xmlns:a16="http://schemas.microsoft.com/office/drawing/2014/main" id="{EBFCFF87-57F2-33DA-93EE-C231031B41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2913" y="5775582"/>
            <a:ext cx="1846950" cy="752568"/>
          </a:xfrm>
        </p:spPr>
        <p:txBody>
          <a:bodyPr/>
          <a:lstStyle>
            <a:lvl1pPr>
              <a:buNone/>
              <a:defRPr sz="130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0" name="Tijdelijke aanduiding voor tekst 214">
            <a:extLst>
              <a:ext uri="{FF2B5EF4-FFF2-40B4-BE49-F238E27FC236}">
                <a16:creationId xmlns:a16="http://schemas.microsoft.com/office/drawing/2014/main" id="{DE592C2D-6D82-BC66-9541-2061A93AEA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61574" y="1508207"/>
            <a:ext cx="1226591" cy="396793"/>
          </a:xfrm>
        </p:spPr>
        <p:txBody>
          <a:bodyPr/>
          <a:lstStyle>
            <a:lvl1pPr algn="ctr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1" name="Tijdelijke aanduiding voor tekst 214">
            <a:extLst>
              <a:ext uri="{FF2B5EF4-FFF2-40B4-BE49-F238E27FC236}">
                <a16:creationId xmlns:a16="http://schemas.microsoft.com/office/drawing/2014/main" id="{1BD2D6F6-FA00-D38C-B076-768223AE6E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9182" y="3657560"/>
            <a:ext cx="1265166" cy="214354"/>
          </a:xfrm>
        </p:spPr>
        <p:txBody>
          <a:bodyPr/>
          <a:lstStyle>
            <a:lvl1pPr algn="ctr">
              <a:buNone/>
              <a:defRPr sz="1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2" name="Tijdelijke aanduiding voor tekst 214">
            <a:extLst>
              <a:ext uri="{FF2B5EF4-FFF2-40B4-BE49-F238E27FC236}">
                <a16:creationId xmlns:a16="http://schemas.microsoft.com/office/drawing/2014/main" id="{AE71E22C-3F4D-DCD0-B9A1-5DDEB7A41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9182" y="4362344"/>
            <a:ext cx="1265166" cy="214354"/>
          </a:xfrm>
        </p:spPr>
        <p:txBody>
          <a:bodyPr/>
          <a:lstStyle>
            <a:lvl1pPr algn="ctr">
              <a:buNone/>
              <a:defRPr sz="1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3" name="Tijdelijke aanduiding voor tekst 214">
            <a:extLst>
              <a:ext uri="{FF2B5EF4-FFF2-40B4-BE49-F238E27FC236}">
                <a16:creationId xmlns:a16="http://schemas.microsoft.com/office/drawing/2014/main" id="{A7BCBBB6-0ECA-9C75-48FC-47148BEC5D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4936" y="4645910"/>
            <a:ext cx="1273659" cy="319718"/>
          </a:xfrm>
        </p:spPr>
        <p:txBody>
          <a:bodyPr/>
          <a:lstStyle>
            <a:lvl1pPr algn="ctr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4" name="Tijdelijke aanduiding voor tekst 214">
            <a:extLst>
              <a:ext uri="{FF2B5EF4-FFF2-40B4-BE49-F238E27FC236}">
                <a16:creationId xmlns:a16="http://schemas.microsoft.com/office/drawing/2014/main" id="{5D8694DB-7BDB-A1B0-4D28-33569F803F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09486" y="3141435"/>
            <a:ext cx="1226591" cy="396793"/>
          </a:xfrm>
        </p:spPr>
        <p:txBody>
          <a:bodyPr/>
          <a:lstStyle>
            <a:lvl1pPr algn="l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5" name="Tijdelijke aanduiding voor tekst 214">
            <a:extLst>
              <a:ext uri="{FF2B5EF4-FFF2-40B4-BE49-F238E27FC236}">
                <a16:creationId xmlns:a16="http://schemas.microsoft.com/office/drawing/2014/main" id="{705195D0-1284-BD7D-DB85-39E4D9F84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01669" y="5290382"/>
            <a:ext cx="1226591" cy="396793"/>
          </a:xfrm>
        </p:spPr>
        <p:txBody>
          <a:bodyPr/>
          <a:lstStyle>
            <a:lvl1pPr algn="l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6" name="Tijdelijke aanduiding voor tekst 214">
            <a:extLst>
              <a:ext uri="{FF2B5EF4-FFF2-40B4-BE49-F238E27FC236}">
                <a16:creationId xmlns:a16="http://schemas.microsoft.com/office/drawing/2014/main" id="{C952E3C5-9076-DDC5-2A13-0CA6BDB12B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01669" y="5841541"/>
            <a:ext cx="1226591" cy="396793"/>
          </a:xfrm>
        </p:spPr>
        <p:txBody>
          <a:bodyPr/>
          <a:lstStyle>
            <a:lvl1pPr algn="l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7" name="Tijdelijke aanduiding voor tekst 214">
            <a:extLst>
              <a:ext uri="{FF2B5EF4-FFF2-40B4-BE49-F238E27FC236}">
                <a16:creationId xmlns:a16="http://schemas.microsoft.com/office/drawing/2014/main" id="{220689BE-BDC4-B560-926F-1D8E85EF5E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28486" y="3144974"/>
            <a:ext cx="1061687" cy="333248"/>
          </a:xfrm>
        </p:spPr>
        <p:txBody>
          <a:bodyPr/>
          <a:lstStyle>
            <a:lvl1pPr algn="r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8" name="Tijdelijke aanduiding voor tekst 214">
            <a:extLst>
              <a:ext uri="{FF2B5EF4-FFF2-40B4-BE49-F238E27FC236}">
                <a16:creationId xmlns:a16="http://schemas.microsoft.com/office/drawing/2014/main" id="{6061D1EA-BAE6-76C8-FDD6-D59EA2B7342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1627" y="3810181"/>
            <a:ext cx="1265166" cy="563376"/>
          </a:xfrm>
        </p:spPr>
        <p:txBody>
          <a:bodyPr anchor="ctr" anchorCtr="0"/>
          <a:lstStyle>
            <a:lvl1pPr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</p:spTree>
    <p:extLst>
      <p:ext uri="{BB962C8B-B14F-4D97-AF65-F5344CB8AC3E}">
        <p14:creationId xmlns:p14="http://schemas.microsoft.com/office/powerpoint/2010/main" val="1525155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delen [iconen aanpasbaar]">
    <p:bg>
      <p:bgPr>
        <a:solidFill>
          <a:srgbClr val="F8B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4DC3A461-C5B6-EA93-971F-AE8AF81BE4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88201" y="0"/>
            <a:ext cx="5010150" cy="6466256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B10C074F-293B-253C-2405-610A2457D5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0"/>
            <a:ext cx="4064000" cy="3657600"/>
          </a:xfrm>
          <a:prstGeom prst="rect">
            <a:avLst/>
          </a:prstGeom>
        </p:spPr>
      </p:pic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F480B0A8-B5F8-455F-AA0F-F65F1BB0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/>
          <a:p>
            <a:fld id="{3CB85E5D-8611-4DC1-B375-AD1E4C05477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5ED51B2-8DCB-BC03-215C-840BBB24CB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75" y="446413"/>
            <a:ext cx="2790000" cy="2279332"/>
          </a:xfrm>
          <a:prstGeom prst="rect">
            <a:avLst/>
          </a:prstGeom>
        </p:spPr>
      </p:pic>
      <p:grpSp>
        <p:nvGrpSpPr>
          <p:cNvPr id="33" name="Groep 32">
            <a:extLst>
              <a:ext uri="{FF2B5EF4-FFF2-40B4-BE49-F238E27FC236}">
                <a16:creationId xmlns:a16="http://schemas.microsoft.com/office/drawing/2014/main" id="{E7841CE8-BFB4-8847-A5E8-BB4B6846D258}"/>
              </a:ext>
            </a:extLst>
          </p:cNvPr>
          <p:cNvGrpSpPr/>
          <p:nvPr userDrawn="1"/>
        </p:nvGrpSpPr>
        <p:grpSpPr>
          <a:xfrm>
            <a:off x="715963" y="3384550"/>
            <a:ext cx="331787" cy="1493042"/>
            <a:chOff x="715963" y="3511550"/>
            <a:chExt cx="314325" cy="1414463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94BAC75-77A9-0B9A-14CA-B927CAA7B9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5963" y="3511550"/>
              <a:ext cx="287338" cy="1309688"/>
            </a:xfrm>
            <a:custGeom>
              <a:avLst/>
              <a:gdLst>
                <a:gd name="T0" fmla="*/ 194 w 194"/>
                <a:gd name="T1" fmla="*/ 887 h 887"/>
                <a:gd name="T2" fmla="*/ 92 w 194"/>
                <a:gd name="T3" fmla="*/ 887 h 887"/>
                <a:gd name="T4" fmla="*/ 0 w 194"/>
                <a:gd name="T5" fmla="*/ 796 h 887"/>
                <a:gd name="T6" fmla="*/ 0 w 194"/>
                <a:gd name="T7" fmla="*/ 0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4" h="887">
                  <a:moveTo>
                    <a:pt x="194" y="887"/>
                  </a:moveTo>
                  <a:cubicBezTo>
                    <a:pt x="92" y="887"/>
                    <a:pt x="92" y="887"/>
                    <a:pt x="92" y="887"/>
                  </a:cubicBezTo>
                  <a:cubicBezTo>
                    <a:pt x="42" y="887"/>
                    <a:pt x="0" y="846"/>
                    <a:pt x="0" y="79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59429CB8-36FA-1A14-9063-8FD4B7E0FA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1700" y="4718050"/>
              <a:ext cx="128588" cy="207963"/>
            </a:xfrm>
            <a:custGeom>
              <a:avLst/>
              <a:gdLst>
                <a:gd name="T0" fmla="*/ 4 w 88"/>
                <a:gd name="T1" fmla="*/ 137 h 141"/>
                <a:gd name="T2" fmla="*/ 4 w 88"/>
                <a:gd name="T3" fmla="*/ 137 h 141"/>
                <a:gd name="T4" fmla="*/ 4 w 88"/>
                <a:gd name="T5" fmla="*/ 124 h 141"/>
                <a:gd name="T6" fmla="*/ 62 w 88"/>
                <a:gd name="T7" fmla="*/ 70 h 141"/>
                <a:gd name="T8" fmla="*/ 4 w 88"/>
                <a:gd name="T9" fmla="*/ 16 h 141"/>
                <a:gd name="T10" fmla="*/ 4 w 88"/>
                <a:gd name="T11" fmla="*/ 4 h 141"/>
                <a:gd name="T12" fmla="*/ 16 w 88"/>
                <a:gd name="T13" fmla="*/ 3 h 141"/>
                <a:gd name="T14" fmla="*/ 88 w 88"/>
                <a:gd name="T15" fmla="*/ 70 h 141"/>
                <a:gd name="T16" fmla="*/ 16 w 88"/>
                <a:gd name="T17" fmla="*/ 137 h 141"/>
                <a:gd name="T18" fmla="*/ 4 w 88"/>
                <a:gd name="T19" fmla="*/ 13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141">
                  <a:moveTo>
                    <a:pt x="4" y="137"/>
                  </a:moveTo>
                  <a:cubicBezTo>
                    <a:pt x="4" y="137"/>
                    <a:pt x="4" y="137"/>
                    <a:pt x="4" y="137"/>
                  </a:cubicBezTo>
                  <a:cubicBezTo>
                    <a:pt x="0" y="133"/>
                    <a:pt x="1" y="128"/>
                    <a:pt x="4" y="124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1" y="13"/>
                    <a:pt x="0" y="7"/>
                    <a:pt x="4" y="4"/>
                  </a:cubicBezTo>
                  <a:cubicBezTo>
                    <a:pt x="7" y="0"/>
                    <a:pt x="13" y="0"/>
                    <a:pt x="16" y="3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16" y="137"/>
                    <a:pt x="16" y="137"/>
                    <a:pt x="16" y="137"/>
                  </a:cubicBezTo>
                  <a:cubicBezTo>
                    <a:pt x="13" y="141"/>
                    <a:pt x="7" y="140"/>
                    <a:pt x="4" y="137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28" name="Groep 27">
            <a:extLst>
              <a:ext uri="{FF2B5EF4-FFF2-40B4-BE49-F238E27FC236}">
                <a16:creationId xmlns:a16="http://schemas.microsoft.com/office/drawing/2014/main" id="{C3BE34CF-6ED4-0D01-C6AD-24DA44DDFF9F}"/>
              </a:ext>
            </a:extLst>
          </p:cNvPr>
          <p:cNvGrpSpPr/>
          <p:nvPr userDrawn="1"/>
        </p:nvGrpSpPr>
        <p:grpSpPr>
          <a:xfrm>
            <a:off x="5049837" y="3871913"/>
            <a:ext cx="1168401" cy="315912"/>
            <a:chOff x="4745038" y="3973513"/>
            <a:chExt cx="1074738" cy="315912"/>
          </a:xfrm>
        </p:grpSpPr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1C154218-2165-C082-593C-CA62CF203A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5038" y="3973513"/>
              <a:ext cx="1047750" cy="212725"/>
            </a:xfrm>
            <a:custGeom>
              <a:avLst/>
              <a:gdLst>
                <a:gd name="T0" fmla="*/ 710 w 710"/>
                <a:gd name="T1" fmla="*/ 144 h 144"/>
                <a:gd name="T2" fmla="*/ 92 w 710"/>
                <a:gd name="T3" fmla="*/ 144 h 144"/>
                <a:gd name="T4" fmla="*/ 0 w 710"/>
                <a:gd name="T5" fmla="*/ 52 h 144"/>
                <a:gd name="T6" fmla="*/ 0 w 710"/>
                <a:gd name="T7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0" h="144">
                  <a:moveTo>
                    <a:pt x="710" y="144"/>
                  </a:moveTo>
                  <a:cubicBezTo>
                    <a:pt x="92" y="144"/>
                    <a:pt x="92" y="144"/>
                    <a:pt x="92" y="144"/>
                  </a:cubicBezTo>
                  <a:cubicBezTo>
                    <a:pt x="41" y="144"/>
                    <a:pt x="0" y="103"/>
                    <a:pt x="0" y="5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FDB371A1-CB4B-2735-2645-FB94BE6E39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91188" y="4083050"/>
              <a:ext cx="128588" cy="206375"/>
            </a:xfrm>
            <a:custGeom>
              <a:avLst/>
              <a:gdLst>
                <a:gd name="T0" fmla="*/ 4 w 88"/>
                <a:gd name="T1" fmla="*/ 136 h 140"/>
                <a:gd name="T2" fmla="*/ 4 w 88"/>
                <a:gd name="T3" fmla="*/ 136 h 140"/>
                <a:gd name="T4" fmla="*/ 4 w 88"/>
                <a:gd name="T5" fmla="*/ 124 h 140"/>
                <a:gd name="T6" fmla="*/ 62 w 88"/>
                <a:gd name="T7" fmla="*/ 70 h 140"/>
                <a:gd name="T8" fmla="*/ 4 w 88"/>
                <a:gd name="T9" fmla="*/ 16 h 140"/>
                <a:gd name="T10" fmla="*/ 4 w 88"/>
                <a:gd name="T11" fmla="*/ 3 h 140"/>
                <a:gd name="T12" fmla="*/ 16 w 88"/>
                <a:gd name="T13" fmla="*/ 3 h 140"/>
                <a:gd name="T14" fmla="*/ 88 w 88"/>
                <a:gd name="T15" fmla="*/ 70 h 140"/>
                <a:gd name="T16" fmla="*/ 16 w 88"/>
                <a:gd name="T17" fmla="*/ 137 h 140"/>
                <a:gd name="T18" fmla="*/ 4 w 88"/>
                <a:gd name="T19" fmla="*/ 136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140">
                  <a:moveTo>
                    <a:pt x="4" y="136"/>
                  </a:moveTo>
                  <a:cubicBezTo>
                    <a:pt x="4" y="136"/>
                    <a:pt x="4" y="136"/>
                    <a:pt x="4" y="136"/>
                  </a:cubicBezTo>
                  <a:cubicBezTo>
                    <a:pt x="0" y="133"/>
                    <a:pt x="0" y="127"/>
                    <a:pt x="4" y="124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0" y="13"/>
                    <a:pt x="0" y="7"/>
                    <a:pt x="4" y="3"/>
                  </a:cubicBezTo>
                  <a:cubicBezTo>
                    <a:pt x="7" y="0"/>
                    <a:pt x="13" y="0"/>
                    <a:pt x="16" y="3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16" y="137"/>
                    <a:pt x="16" y="137"/>
                    <a:pt x="16" y="137"/>
                  </a:cubicBezTo>
                  <a:cubicBezTo>
                    <a:pt x="13" y="140"/>
                    <a:pt x="7" y="140"/>
                    <a:pt x="4" y="136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30" name="Groep 29">
            <a:extLst>
              <a:ext uri="{FF2B5EF4-FFF2-40B4-BE49-F238E27FC236}">
                <a16:creationId xmlns:a16="http://schemas.microsoft.com/office/drawing/2014/main" id="{64F99108-34E3-ACDF-4803-29C2326BA727}"/>
              </a:ext>
            </a:extLst>
          </p:cNvPr>
          <p:cNvGrpSpPr/>
          <p:nvPr userDrawn="1"/>
        </p:nvGrpSpPr>
        <p:grpSpPr>
          <a:xfrm>
            <a:off x="3397999" y="1422400"/>
            <a:ext cx="850899" cy="958625"/>
            <a:chOff x="3203575" y="1727200"/>
            <a:chExt cx="803275" cy="882651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690E5C05-5947-6E24-5E76-87E973DA5F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03575" y="1830388"/>
              <a:ext cx="774700" cy="779463"/>
            </a:xfrm>
            <a:custGeom>
              <a:avLst/>
              <a:gdLst>
                <a:gd name="T0" fmla="*/ 525 w 525"/>
                <a:gd name="T1" fmla="*/ 0 h 528"/>
                <a:gd name="T2" fmla="*/ 423 w 525"/>
                <a:gd name="T3" fmla="*/ 0 h 528"/>
                <a:gd name="T4" fmla="*/ 331 w 525"/>
                <a:gd name="T5" fmla="*/ 92 h 528"/>
                <a:gd name="T6" fmla="*/ 331 w 525"/>
                <a:gd name="T7" fmla="*/ 271 h 528"/>
                <a:gd name="T8" fmla="*/ 75 w 525"/>
                <a:gd name="T9" fmla="*/ 528 h 528"/>
                <a:gd name="T10" fmla="*/ 0 w 525"/>
                <a:gd name="T11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5" h="528">
                  <a:moveTo>
                    <a:pt x="525" y="0"/>
                  </a:moveTo>
                  <a:cubicBezTo>
                    <a:pt x="423" y="0"/>
                    <a:pt x="423" y="0"/>
                    <a:pt x="423" y="0"/>
                  </a:cubicBezTo>
                  <a:cubicBezTo>
                    <a:pt x="372" y="0"/>
                    <a:pt x="331" y="41"/>
                    <a:pt x="331" y="92"/>
                  </a:cubicBezTo>
                  <a:cubicBezTo>
                    <a:pt x="331" y="271"/>
                    <a:pt x="331" y="271"/>
                    <a:pt x="331" y="271"/>
                  </a:cubicBezTo>
                  <a:cubicBezTo>
                    <a:pt x="331" y="413"/>
                    <a:pt x="216" y="528"/>
                    <a:pt x="75" y="528"/>
                  </a:cubicBezTo>
                  <a:cubicBezTo>
                    <a:pt x="0" y="528"/>
                    <a:pt x="0" y="528"/>
                    <a:pt x="0" y="528"/>
                  </a:cubicBezTo>
                </a:path>
              </a:pathLst>
            </a:cu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2D17D963-57B7-F238-D6E2-5A6443A766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6675" y="1727200"/>
              <a:ext cx="130175" cy="206375"/>
            </a:xfrm>
            <a:custGeom>
              <a:avLst/>
              <a:gdLst>
                <a:gd name="T0" fmla="*/ 3 w 88"/>
                <a:gd name="T1" fmla="*/ 3 h 140"/>
                <a:gd name="T2" fmla="*/ 3 w 88"/>
                <a:gd name="T3" fmla="*/ 3 h 140"/>
                <a:gd name="T4" fmla="*/ 4 w 88"/>
                <a:gd name="T5" fmla="*/ 16 h 140"/>
                <a:gd name="T6" fmla="*/ 62 w 88"/>
                <a:gd name="T7" fmla="*/ 70 h 140"/>
                <a:gd name="T8" fmla="*/ 4 w 88"/>
                <a:gd name="T9" fmla="*/ 124 h 140"/>
                <a:gd name="T10" fmla="*/ 3 w 88"/>
                <a:gd name="T11" fmla="*/ 136 h 140"/>
                <a:gd name="T12" fmla="*/ 16 w 88"/>
                <a:gd name="T13" fmla="*/ 137 h 140"/>
                <a:gd name="T14" fmla="*/ 88 w 88"/>
                <a:gd name="T15" fmla="*/ 70 h 140"/>
                <a:gd name="T16" fmla="*/ 16 w 88"/>
                <a:gd name="T17" fmla="*/ 3 h 140"/>
                <a:gd name="T18" fmla="*/ 3 w 88"/>
                <a:gd name="T19" fmla="*/ 3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140">
                  <a:moveTo>
                    <a:pt x="3" y="3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0" y="7"/>
                    <a:pt x="0" y="13"/>
                    <a:pt x="4" y="16"/>
                  </a:cubicBezTo>
                  <a:cubicBezTo>
                    <a:pt x="62" y="70"/>
                    <a:pt x="62" y="70"/>
                    <a:pt x="62" y="70"/>
                  </a:cubicBezTo>
                  <a:cubicBezTo>
                    <a:pt x="4" y="124"/>
                    <a:pt x="4" y="124"/>
                    <a:pt x="4" y="124"/>
                  </a:cubicBezTo>
                  <a:cubicBezTo>
                    <a:pt x="0" y="127"/>
                    <a:pt x="0" y="133"/>
                    <a:pt x="3" y="136"/>
                  </a:cubicBezTo>
                  <a:cubicBezTo>
                    <a:pt x="7" y="140"/>
                    <a:pt x="12" y="140"/>
                    <a:pt x="16" y="137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2" y="0"/>
                    <a:pt x="7" y="0"/>
                    <a:pt x="3" y="3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29" name="Groep 28">
            <a:extLst>
              <a:ext uri="{FF2B5EF4-FFF2-40B4-BE49-F238E27FC236}">
                <a16:creationId xmlns:a16="http://schemas.microsoft.com/office/drawing/2014/main" id="{F4C468F5-8A88-8059-C5BC-708D08367B1A}"/>
              </a:ext>
            </a:extLst>
          </p:cNvPr>
          <p:cNvGrpSpPr/>
          <p:nvPr userDrawn="1"/>
        </p:nvGrpSpPr>
        <p:grpSpPr>
          <a:xfrm>
            <a:off x="4878585" y="2396656"/>
            <a:ext cx="207963" cy="358775"/>
            <a:chOff x="4589463" y="2605088"/>
            <a:chExt cx="207963" cy="358775"/>
          </a:xfrm>
        </p:grpSpPr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AC325FF7-4879-C534-A24F-A3C0209F8D2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4694238" y="2605088"/>
              <a:ext cx="0" cy="330200"/>
            </a:xfrm>
            <a:prstGeom prst="line">
              <a:avLst/>
            </a:pr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E70C8DBA-24AC-5C87-B315-672EBA29E3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9463" y="2833688"/>
              <a:ext cx="207963" cy="130175"/>
            </a:xfrm>
            <a:custGeom>
              <a:avLst/>
              <a:gdLst>
                <a:gd name="T0" fmla="*/ 4 w 141"/>
                <a:gd name="T1" fmla="*/ 4 h 88"/>
                <a:gd name="T2" fmla="*/ 4 w 141"/>
                <a:gd name="T3" fmla="*/ 4 h 88"/>
                <a:gd name="T4" fmla="*/ 17 w 141"/>
                <a:gd name="T5" fmla="*/ 4 h 88"/>
                <a:gd name="T6" fmla="*/ 71 w 141"/>
                <a:gd name="T7" fmla="*/ 62 h 88"/>
                <a:gd name="T8" fmla="*/ 125 w 141"/>
                <a:gd name="T9" fmla="*/ 4 h 88"/>
                <a:gd name="T10" fmla="*/ 137 w 141"/>
                <a:gd name="T11" fmla="*/ 4 h 88"/>
                <a:gd name="T12" fmla="*/ 138 w 141"/>
                <a:gd name="T13" fmla="*/ 16 h 88"/>
                <a:gd name="T14" fmla="*/ 71 w 141"/>
                <a:gd name="T15" fmla="*/ 88 h 88"/>
                <a:gd name="T16" fmla="*/ 4 w 141"/>
                <a:gd name="T17" fmla="*/ 16 h 88"/>
                <a:gd name="T18" fmla="*/ 4 w 141"/>
                <a:gd name="T19" fmla="*/ 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88"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8" y="0"/>
                    <a:pt x="13" y="0"/>
                    <a:pt x="17" y="4"/>
                  </a:cubicBezTo>
                  <a:cubicBezTo>
                    <a:pt x="71" y="62"/>
                    <a:pt x="71" y="62"/>
                    <a:pt x="71" y="62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8" y="0"/>
                    <a:pt x="134" y="0"/>
                    <a:pt x="137" y="4"/>
                  </a:cubicBezTo>
                  <a:cubicBezTo>
                    <a:pt x="141" y="7"/>
                    <a:pt x="141" y="13"/>
                    <a:pt x="138" y="16"/>
                  </a:cubicBezTo>
                  <a:cubicBezTo>
                    <a:pt x="71" y="88"/>
                    <a:pt x="71" y="88"/>
                    <a:pt x="71" y="8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0" y="13"/>
                    <a:pt x="1" y="7"/>
                    <a:pt x="4" y="4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32" name="Groep 31">
            <a:extLst>
              <a:ext uri="{FF2B5EF4-FFF2-40B4-BE49-F238E27FC236}">
                <a16:creationId xmlns:a16="http://schemas.microsoft.com/office/drawing/2014/main" id="{C8C660BB-B30C-2F3D-813E-8A104199CE8C}"/>
              </a:ext>
            </a:extLst>
          </p:cNvPr>
          <p:cNvGrpSpPr/>
          <p:nvPr userDrawn="1"/>
        </p:nvGrpSpPr>
        <p:grpSpPr>
          <a:xfrm>
            <a:off x="9496425" y="3927475"/>
            <a:ext cx="207963" cy="314325"/>
            <a:chOff x="8880475" y="4032250"/>
            <a:chExt cx="207963" cy="314325"/>
          </a:xfrm>
        </p:grpSpPr>
        <p:sp>
          <p:nvSpPr>
            <p:cNvPr id="24" name="Line 13">
              <a:extLst>
                <a:ext uri="{FF2B5EF4-FFF2-40B4-BE49-F238E27FC236}">
                  <a16:creationId xmlns:a16="http://schemas.microsoft.com/office/drawing/2014/main" id="{C1A92BBD-627E-B349-A019-FF1E3B48E14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983663" y="4032250"/>
              <a:ext cx="0" cy="285750"/>
            </a:xfrm>
            <a:prstGeom prst="line">
              <a:avLst/>
            </a:pr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17F4BCCF-A00D-DE42-50F2-01E920331F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80475" y="4216400"/>
              <a:ext cx="207963" cy="130175"/>
            </a:xfrm>
            <a:custGeom>
              <a:avLst/>
              <a:gdLst>
                <a:gd name="T0" fmla="*/ 4 w 141"/>
                <a:gd name="T1" fmla="*/ 3 h 88"/>
                <a:gd name="T2" fmla="*/ 4 w 141"/>
                <a:gd name="T3" fmla="*/ 3 h 88"/>
                <a:gd name="T4" fmla="*/ 17 w 141"/>
                <a:gd name="T5" fmla="*/ 4 h 88"/>
                <a:gd name="T6" fmla="*/ 70 w 141"/>
                <a:gd name="T7" fmla="*/ 61 h 88"/>
                <a:gd name="T8" fmla="*/ 124 w 141"/>
                <a:gd name="T9" fmla="*/ 4 h 88"/>
                <a:gd name="T10" fmla="*/ 137 w 141"/>
                <a:gd name="T11" fmla="*/ 3 h 88"/>
                <a:gd name="T12" fmla="*/ 137 w 141"/>
                <a:gd name="T13" fmla="*/ 16 h 88"/>
                <a:gd name="T14" fmla="*/ 70 w 141"/>
                <a:gd name="T15" fmla="*/ 88 h 88"/>
                <a:gd name="T16" fmla="*/ 3 w 141"/>
                <a:gd name="T17" fmla="*/ 16 h 88"/>
                <a:gd name="T18" fmla="*/ 4 w 141"/>
                <a:gd name="T19" fmla="*/ 3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8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8" y="0"/>
                    <a:pt x="13" y="0"/>
                    <a:pt x="17" y="4"/>
                  </a:cubicBezTo>
                  <a:cubicBezTo>
                    <a:pt x="70" y="61"/>
                    <a:pt x="70" y="61"/>
                    <a:pt x="70" y="61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8" y="0"/>
                    <a:pt x="133" y="0"/>
                    <a:pt x="137" y="3"/>
                  </a:cubicBezTo>
                  <a:cubicBezTo>
                    <a:pt x="141" y="6"/>
                    <a:pt x="141" y="12"/>
                    <a:pt x="137" y="16"/>
                  </a:cubicBezTo>
                  <a:cubicBezTo>
                    <a:pt x="70" y="88"/>
                    <a:pt x="70" y="88"/>
                    <a:pt x="70" y="88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0" y="12"/>
                    <a:pt x="0" y="6"/>
                    <a:pt x="4" y="3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31" name="Groep 30">
            <a:extLst>
              <a:ext uri="{FF2B5EF4-FFF2-40B4-BE49-F238E27FC236}">
                <a16:creationId xmlns:a16="http://schemas.microsoft.com/office/drawing/2014/main" id="{4DEAD777-2CE4-A337-FEEA-4506B5A3166C}"/>
              </a:ext>
            </a:extLst>
          </p:cNvPr>
          <p:cNvGrpSpPr/>
          <p:nvPr userDrawn="1"/>
        </p:nvGrpSpPr>
        <p:grpSpPr>
          <a:xfrm>
            <a:off x="9459913" y="1963738"/>
            <a:ext cx="207963" cy="315912"/>
            <a:chOff x="8843963" y="2208213"/>
            <a:chExt cx="207963" cy="315912"/>
          </a:xfrm>
        </p:grpSpPr>
        <p:sp>
          <p:nvSpPr>
            <p:cNvPr id="26" name="Line 15">
              <a:extLst>
                <a:ext uri="{FF2B5EF4-FFF2-40B4-BE49-F238E27FC236}">
                  <a16:creationId xmlns:a16="http://schemas.microsoft.com/office/drawing/2014/main" id="{3DB88F76-C46F-4930-9091-0536A229B5B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948738" y="2208213"/>
              <a:ext cx="0" cy="287338"/>
            </a:xfrm>
            <a:prstGeom prst="line">
              <a:avLst/>
            </a:pr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2A973CA1-67EC-D6D4-3847-67004F8F92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43963" y="2393950"/>
              <a:ext cx="207963" cy="130175"/>
            </a:xfrm>
            <a:custGeom>
              <a:avLst/>
              <a:gdLst>
                <a:gd name="T0" fmla="*/ 4 w 141"/>
                <a:gd name="T1" fmla="*/ 4 h 88"/>
                <a:gd name="T2" fmla="*/ 4 w 141"/>
                <a:gd name="T3" fmla="*/ 4 h 88"/>
                <a:gd name="T4" fmla="*/ 17 w 141"/>
                <a:gd name="T5" fmla="*/ 4 h 88"/>
                <a:gd name="T6" fmla="*/ 71 w 141"/>
                <a:gd name="T7" fmla="*/ 62 h 88"/>
                <a:gd name="T8" fmla="*/ 125 w 141"/>
                <a:gd name="T9" fmla="*/ 4 h 88"/>
                <a:gd name="T10" fmla="*/ 137 w 141"/>
                <a:gd name="T11" fmla="*/ 4 h 88"/>
                <a:gd name="T12" fmla="*/ 138 w 141"/>
                <a:gd name="T13" fmla="*/ 16 h 88"/>
                <a:gd name="T14" fmla="*/ 71 w 141"/>
                <a:gd name="T15" fmla="*/ 88 h 88"/>
                <a:gd name="T16" fmla="*/ 4 w 141"/>
                <a:gd name="T17" fmla="*/ 16 h 88"/>
                <a:gd name="T18" fmla="*/ 4 w 141"/>
                <a:gd name="T19" fmla="*/ 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88"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8" y="0"/>
                    <a:pt x="14" y="1"/>
                    <a:pt x="17" y="4"/>
                  </a:cubicBezTo>
                  <a:cubicBezTo>
                    <a:pt x="71" y="62"/>
                    <a:pt x="71" y="62"/>
                    <a:pt x="71" y="62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8" y="1"/>
                    <a:pt x="134" y="0"/>
                    <a:pt x="137" y="4"/>
                  </a:cubicBezTo>
                  <a:cubicBezTo>
                    <a:pt x="141" y="7"/>
                    <a:pt x="141" y="13"/>
                    <a:pt x="138" y="16"/>
                  </a:cubicBezTo>
                  <a:cubicBezTo>
                    <a:pt x="71" y="88"/>
                    <a:pt x="71" y="88"/>
                    <a:pt x="71" y="8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0" y="13"/>
                    <a:pt x="1" y="7"/>
                    <a:pt x="4" y="4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grpSp>
        <p:nvGrpSpPr>
          <p:cNvPr id="34" name="Groep 33">
            <a:extLst>
              <a:ext uri="{FF2B5EF4-FFF2-40B4-BE49-F238E27FC236}">
                <a16:creationId xmlns:a16="http://schemas.microsoft.com/office/drawing/2014/main" id="{B64EB474-B5E3-C27F-CC2B-73BD88B5A154}"/>
              </a:ext>
            </a:extLst>
          </p:cNvPr>
          <p:cNvGrpSpPr/>
          <p:nvPr userDrawn="1"/>
        </p:nvGrpSpPr>
        <p:grpSpPr>
          <a:xfrm rot="16200000">
            <a:off x="2726669" y="4582670"/>
            <a:ext cx="207963" cy="358775"/>
            <a:chOff x="4589463" y="2605088"/>
            <a:chExt cx="207963" cy="358775"/>
          </a:xfrm>
        </p:grpSpPr>
        <p:sp>
          <p:nvSpPr>
            <p:cNvPr id="35" name="Line 11">
              <a:extLst>
                <a:ext uri="{FF2B5EF4-FFF2-40B4-BE49-F238E27FC236}">
                  <a16:creationId xmlns:a16="http://schemas.microsoft.com/office/drawing/2014/main" id="{61CE0BA9-69D5-E949-1CF2-35339609A04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flipV="1">
              <a:off x="4694238" y="2605088"/>
              <a:ext cx="0" cy="330200"/>
            </a:xfrm>
            <a:prstGeom prst="line">
              <a:avLst/>
            </a:prstGeom>
            <a:noFill/>
            <a:ln w="26988" cap="rnd">
              <a:solidFill>
                <a:srgbClr val="3C3C3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36" name="Freeform 12">
              <a:extLst>
                <a:ext uri="{FF2B5EF4-FFF2-40B4-BE49-F238E27FC236}">
                  <a16:creationId xmlns:a16="http://schemas.microsoft.com/office/drawing/2014/main" id="{7B19B429-6E29-EB03-CA3A-F6601033B8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9463" y="2833688"/>
              <a:ext cx="207963" cy="130175"/>
            </a:xfrm>
            <a:custGeom>
              <a:avLst/>
              <a:gdLst>
                <a:gd name="T0" fmla="*/ 4 w 141"/>
                <a:gd name="T1" fmla="*/ 4 h 88"/>
                <a:gd name="T2" fmla="*/ 4 w 141"/>
                <a:gd name="T3" fmla="*/ 4 h 88"/>
                <a:gd name="T4" fmla="*/ 17 w 141"/>
                <a:gd name="T5" fmla="*/ 4 h 88"/>
                <a:gd name="T6" fmla="*/ 71 w 141"/>
                <a:gd name="T7" fmla="*/ 62 h 88"/>
                <a:gd name="T8" fmla="*/ 125 w 141"/>
                <a:gd name="T9" fmla="*/ 4 h 88"/>
                <a:gd name="T10" fmla="*/ 137 w 141"/>
                <a:gd name="T11" fmla="*/ 4 h 88"/>
                <a:gd name="T12" fmla="*/ 138 w 141"/>
                <a:gd name="T13" fmla="*/ 16 h 88"/>
                <a:gd name="T14" fmla="*/ 71 w 141"/>
                <a:gd name="T15" fmla="*/ 88 h 88"/>
                <a:gd name="T16" fmla="*/ 4 w 141"/>
                <a:gd name="T17" fmla="*/ 16 h 88"/>
                <a:gd name="T18" fmla="*/ 4 w 141"/>
                <a:gd name="T19" fmla="*/ 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" h="88">
                  <a:moveTo>
                    <a:pt x="4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8" y="0"/>
                    <a:pt x="13" y="0"/>
                    <a:pt x="17" y="4"/>
                  </a:cubicBezTo>
                  <a:cubicBezTo>
                    <a:pt x="71" y="62"/>
                    <a:pt x="71" y="62"/>
                    <a:pt x="71" y="62"/>
                  </a:cubicBezTo>
                  <a:cubicBezTo>
                    <a:pt x="125" y="4"/>
                    <a:pt x="125" y="4"/>
                    <a:pt x="125" y="4"/>
                  </a:cubicBezTo>
                  <a:cubicBezTo>
                    <a:pt x="128" y="0"/>
                    <a:pt x="134" y="0"/>
                    <a:pt x="137" y="4"/>
                  </a:cubicBezTo>
                  <a:cubicBezTo>
                    <a:pt x="141" y="7"/>
                    <a:pt x="141" y="13"/>
                    <a:pt x="138" y="16"/>
                  </a:cubicBezTo>
                  <a:cubicBezTo>
                    <a:pt x="71" y="88"/>
                    <a:pt x="71" y="88"/>
                    <a:pt x="71" y="8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0" y="13"/>
                    <a:pt x="1" y="7"/>
                    <a:pt x="4" y="4"/>
                  </a:cubicBezTo>
                </a:path>
              </a:pathLst>
            </a:custGeom>
            <a:solidFill>
              <a:srgbClr val="3C3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sp>
        <p:nvSpPr>
          <p:cNvPr id="215" name="Tijdelijke aanduiding voor tekst 214">
            <a:extLst>
              <a:ext uri="{FF2B5EF4-FFF2-40B4-BE49-F238E27FC236}">
                <a16:creationId xmlns:a16="http://schemas.microsoft.com/office/drawing/2014/main" id="{1AAFC6FA-6B99-74BF-F7D6-64ACB35DC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18651" y="1516461"/>
            <a:ext cx="1226591" cy="752568"/>
          </a:xfrm>
        </p:spPr>
        <p:txBody>
          <a:bodyPr/>
          <a:lstStyle>
            <a:lvl1pPr>
              <a:buNone/>
              <a:defRPr sz="130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17" name="Tijdelijke aanduiding voor tekst 214">
            <a:extLst>
              <a:ext uri="{FF2B5EF4-FFF2-40B4-BE49-F238E27FC236}">
                <a16:creationId xmlns:a16="http://schemas.microsoft.com/office/drawing/2014/main" id="{4CB0C839-EDEA-FBD8-7F58-2822821875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72828" y="3146318"/>
            <a:ext cx="1226591" cy="481234"/>
          </a:xfrm>
        </p:spPr>
        <p:txBody>
          <a:bodyPr/>
          <a:lstStyle>
            <a:lvl1pPr>
              <a:buNone/>
              <a:defRPr sz="130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18" name="Tijdelijke aanduiding voor tekst 214">
            <a:extLst>
              <a:ext uri="{FF2B5EF4-FFF2-40B4-BE49-F238E27FC236}">
                <a16:creationId xmlns:a16="http://schemas.microsoft.com/office/drawing/2014/main" id="{DA4766C8-541B-9FDE-E08A-DFE03B23AB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28108" y="5434555"/>
            <a:ext cx="1510975" cy="752568"/>
          </a:xfrm>
        </p:spPr>
        <p:txBody>
          <a:bodyPr/>
          <a:lstStyle>
            <a:lvl1pPr>
              <a:buNone/>
              <a:defRPr sz="130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19" name="Tijdelijke aanduiding voor tekst 214">
            <a:extLst>
              <a:ext uri="{FF2B5EF4-FFF2-40B4-BE49-F238E27FC236}">
                <a16:creationId xmlns:a16="http://schemas.microsoft.com/office/drawing/2014/main" id="{EBFCFF87-57F2-33DA-93EE-C231031B41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2913" y="5775582"/>
            <a:ext cx="1846950" cy="752568"/>
          </a:xfrm>
        </p:spPr>
        <p:txBody>
          <a:bodyPr/>
          <a:lstStyle>
            <a:lvl1pPr>
              <a:buNone/>
              <a:defRPr sz="1300">
                <a:solidFill>
                  <a:schemeClr val="accent2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0" name="Tijdelijke aanduiding voor tekst 214">
            <a:extLst>
              <a:ext uri="{FF2B5EF4-FFF2-40B4-BE49-F238E27FC236}">
                <a16:creationId xmlns:a16="http://schemas.microsoft.com/office/drawing/2014/main" id="{DE592C2D-6D82-BC66-9541-2061A93AEA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61574" y="1508207"/>
            <a:ext cx="1226591" cy="396793"/>
          </a:xfrm>
        </p:spPr>
        <p:txBody>
          <a:bodyPr/>
          <a:lstStyle>
            <a:lvl1pPr algn="ctr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1" name="Tijdelijke aanduiding voor tekst 214">
            <a:extLst>
              <a:ext uri="{FF2B5EF4-FFF2-40B4-BE49-F238E27FC236}">
                <a16:creationId xmlns:a16="http://schemas.microsoft.com/office/drawing/2014/main" id="{1BD2D6F6-FA00-D38C-B076-768223AE6E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69182" y="3657560"/>
            <a:ext cx="1265166" cy="214354"/>
          </a:xfrm>
        </p:spPr>
        <p:txBody>
          <a:bodyPr/>
          <a:lstStyle>
            <a:lvl1pPr algn="ctr">
              <a:buNone/>
              <a:defRPr sz="1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2" name="Tijdelijke aanduiding voor tekst 214">
            <a:extLst>
              <a:ext uri="{FF2B5EF4-FFF2-40B4-BE49-F238E27FC236}">
                <a16:creationId xmlns:a16="http://schemas.microsoft.com/office/drawing/2014/main" id="{AE71E22C-3F4D-DCD0-B9A1-5DDEB7A41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69182" y="4362344"/>
            <a:ext cx="1265166" cy="214354"/>
          </a:xfrm>
        </p:spPr>
        <p:txBody>
          <a:bodyPr/>
          <a:lstStyle>
            <a:lvl1pPr algn="ctr">
              <a:buNone/>
              <a:defRPr sz="13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3" name="Tijdelijke aanduiding voor tekst 214">
            <a:extLst>
              <a:ext uri="{FF2B5EF4-FFF2-40B4-BE49-F238E27FC236}">
                <a16:creationId xmlns:a16="http://schemas.microsoft.com/office/drawing/2014/main" id="{A7BCBBB6-0ECA-9C75-48FC-47148BEC5D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4936" y="4645910"/>
            <a:ext cx="1273659" cy="319718"/>
          </a:xfrm>
        </p:spPr>
        <p:txBody>
          <a:bodyPr/>
          <a:lstStyle>
            <a:lvl1pPr algn="ctr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4" name="Tijdelijke aanduiding voor tekst 214">
            <a:extLst>
              <a:ext uri="{FF2B5EF4-FFF2-40B4-BE49-F238E27FC236}">
                <a16:creationId xmlns:a16="http://schemas.microsoft.com/office/drawing/2014/main" id="{5D8694DB-7BDB-A1B0-4D28-33569F803F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09486" y="3141435"/>
            <a:ext cx="1226591" cy="396793"/>
          </a:xfrm>
        </p:spPr>
        <p:txBody>
          <a:bodyPr/>
          <a:lstStyle>
            <a:lvl1pPr algn="l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5" name="Tijdelijke aanduiding voor tekst 214">
            <a:extLst>
              <a:ext uri="{FF2B5EF4-FFF2-40B4-BE49-F238E27FC236}">
                <a16:creationId xmlns:a16="http://schemas.microsoft.com/office/drawing/2014/main" id="{705195D0-1284-BD7D-DB85-39E4D9F84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01669" y="5290382"/>
            <a:ext cx="1226591" cy="396793"/>
          </a:xfrm>
        </p:spPr>
        <p:txBody>
          <a:bodyPr/>
          <a:lstStyle>
            <a:lvl1pPr algn="l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6" name="Tijdelijke aanduiding voor tekst 214">
            <a:extLst>
              <a:ext uri="{FF2B5EF4-FFF2-40B4-BE49-F238E27FC236}">
                <a16:creationId xmlns:a16="http://schemas.microsoft.com/office/drawing/2014/main" id="{C952E3C5-9076-DDC5-2A13-0CA6BDB12B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01669" y="5841541"/>
            <a:ext cx="1226591" cy="396793"/>
          </a:xfrm>
        </p:spPr>
        <p:txBody>
          <a:bodyPr/>
          <a:lstStyle>
            <a:lvl1pPr algn="l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7" name="Tijdelijke aanduiding voor tekst 214">
            <a:extLst>
              <a:ext uri="{FF2B5EF4-FFF2-40B4-BE49-F238E27FC236}">
                <a16:creationId xmlns:a16="http://schemas.microsoft.com/office/drawing/2014/main" id="{220689BE-BDC4-B560-926F-1D8E85EF5E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28486" y="3144974"/>
            <a:ext cx="1061687" cy="333248"/>
          </a:xfrm>
        </p:spPr>
        <p:txBody>
          <a:bodyPr/>
          <a:lstStyle>
            <a:lvl1pPr algn="r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228" name="Tijdelijke aanduiding voor tekst 214">
            <a:extLst>
              <a:ext uri="{FF2B5EF4-FFF2-40B4-BE49-F238E27FC236}">
                <a16:creationId xmlns:a16="http://schemas.microsoft.com/office/drawing/2014/main" id="{6061D1EA-BAE6-76C8-FDD6-D59EA2B7342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1627" y="3810181"/>
            <a:ext cx="1265166" cy="563376"/>
          </a:xfrm>
        </p:spPr>
        <p:txBody>
          <a:bodyPr anchor="ctr" anchorCtr="0"/>
          <a:lstStyle>
            <a:lvl1pPr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sp>
        <p:nvSpPr>
          <p:cNvPr id="6" name="Tijdelijke aanduiding voor afbeelding 2">
            <a:extLst>
              <a:ext uri="{FF2B5EF4-FFF2-40B4-BE49-F238E27FC236}">
                <a16:creationId xmlns:a16="http://schemas.microsoft.com/office/drawing/2014/main" id="{B4A6C9F3-7DD3-DECB-71C4-49E232E7333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48973" y="935276"/>
            <a:ext cx="1510975" cy="13392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9" name="Tijdelijke aanduiding voor afbeelding 2">
            <a:extLst>
              <a:ext uri="{FF2B5EF4-FFF2-40B4-BE49-F238E27FC236}">
                <a16:creationId xmlns:a16="http://schemas.microsoft.com/office/drawing/2014/main" id="{B80D2021-FF88-C262-B69C-19D3F2E1DBE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48807" y="2780581"/>
            <a:ext cx="1324020" cy="10296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3" name="Tijdelijke aanduiding voor afbeelding 2">
            <a:extLst>
              <a:ext uri="{FF2B5EF4-FFF2-40B4-BE49-F238E27FC236}">
                <a16:creationId xmlns:a16="http://schemas.microsoft.com/office/drawing/2014/main" id="{5648EFBF-81B2-FCA6-6934-D4E9F7DA22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021818" y="4294061"/>
            <a:ext cx="1324020" cy="10296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FD314174-482E-011E-55CF-FBB4B2EB416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14980" y="4338400"/>
            <a:ext cx="1387527" cy="13392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38" name="Tijdelijke aanduiding voor afbeelding 2">
            <a:extLst>
              <a:ext uri="{FF2B5EF4-FFF2-40B4-BE49-F238E27FC236}">
                <a16:creationId xmlns:a16="http://schemas.microsoft.com/office/drawing/2014/main" id="{CE0DFC83-B220-C651-632E-3B8779FF3E9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670368" y="1162324"/>
            <a:ext cx="1226591" cy="1180919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60" name="Tijdelijke aanduiding voor afbeelding 2">
            <a:extLst>
              <a:ext uri="{FF2B5EF4-FFF2-40B4-BE49-F238E27FC236}">
                <a16:creationId xmlns:a16="http://schemas.microsoft.com/office/drawing/2014/main" id="{AD46062B-56A6-D7FF-5DEC-C43637202DB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16839" y="2401581"/>
            <a:ext cx="1301587" cy="1180919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6" name="Tijdelijke aanduiding voor afbeelding 2">
            <a:extLst>
              <a:ext uri="{FF2B5EF4-FFF2-40B4-BE49-F238E27FC236}">
                <a16:creationId xmlns:a16="http://schemas.microsoft.com/office/drawing/2014/main" id="{EA20F68D-4074-BC16-EB2C-C518335811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738153" y="5034840"/>
            <a:ext cx="1870212" cy="1180919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902410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FC22474-7DCB-750D-4758-7F1D1F78A5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4806950"/>
          </a:xfrm>
          <a:prstGeom prst="rect">
            <a:avLst/>
          </a:prstGeom>
        </p:spPr>
      </p:pic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F480B0A8-B5F8-455F-AA0F-F65F1BB0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3CB85E5D-8611-4DC1-B375-AD1E4C05477C}" type="slidenum">
              <a:rPr lang="nl-NL" smtClean="0"/>
              <a:pPr/>
              <a:t>‹nr.›</a:t>
            </a:fld>
            <a:endParaRPr lang="nl-NL" b="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BB9BB0-5720-2BD3-1B38-AD785C5A63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515" y="5861062"/>
            <a:ext cx="945354" cy="772321"/>
          </a:xfrm>
          <a:prstGeom prst="rect">
            <a:avLst/>
          </a:prstGeom>
        </p:spPr>
      </p:pic>
      <p:sp>
        <p:nvSpPr>
          <p:cNvPr id="12" name="Tijdelijke aanduiding voor media 11">
            <a:extLst>
              <a:ext uri="{FF2B5EF4-FFF2-40B4-BE49-F238E27FC236}">
                <a16:creationId xmlns:a16="http://schemas.microsoft.com/office/drawing/2014/main" id="{7F4408B3-C7F8-2899-0714-AAD1F7D1A100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539875" y="847725"/>
            <a:ext cx="9077325" cy="5122863"/>
          </a:xfrm>
          <a:prstGeom prst="roundRect">
            <a:avLst>
              <a:gd name="adj" fmla="val 4986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l-NL"/>
              <a:t>Klik op het pictogram als u media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44291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kst+ Opsomming + Beel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DB4C86B-F1CB-4EE1-A590-FCF328436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/>
              <a:t>[vul titel in]</a:t>
            </a:r>
            <a:endParaRPr lang="nl-NL" dirty="0"/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F480B0A8-B5F8-455F-AA0F-F65F1BB0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3CB85E5D-8611-4DC1-B375-AD1E4C05477C}" type="slidenum">
              <a:rPr lang="nl-NL" smtClean="0"/>
              <a:pPr/>
              <a:t>‹nr.›</a:t>
            </a:fld>
            <a:endParaRPr lang="nl-NL" b="1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0871B5D-F95B-68F3-2C8C-D3BA87FAE3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1933575"/>
            <a:ext cx="5541588" cy="37814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7CBE66F-F3EF-B2E4-43C9-8B05A351A36C}"/>
              </a:ext>
            </a:extLst>
          </p:cNvPr>
          <p:cNvSpPr>
            <a:spLocks/>
          </p:cNvSpPr>
          <p:nvPr userDrawn="1"/>
        </p:nvSpPr>
        <p:spPr bwMode="auto">
          <a:xfrm>
            <a:off x="4933950" y="0"/>
            <a:ext cx="7258050" cy="6858000"/>
          </a:xfrm>
          <a:custGeom>
            <a:avLst/>
            <a:gdLst>
              <a:gd name="T0" fmla="*/ 2294 w 4572"/>
              <a:gd name="T1" fmla="*/ 4320 h 4320"/>
              <a:gd name="T2" fmla="*/ 3613 w 4572"/>
              <a:gd name="T3" fmla="*/ 3752 h 4320"/>
              <a:gd name="T4" fmla="*/ 4572 w 4572"/>
              <a:gd name="T5" fmla="*/ 3696 h 4320"/>
              <a:gd name="T6" fmla="*/ 4572 w 4572"/>
              <a:gd name="T7" fmla="*/ 0 h 4320"/>
              <a:gd name="T8" fmla="*/ 4099 w 4572"/>
              <a:gd name="T9" fmla="*/ 0 h 4320"/>
              <a:gd name="T10" fmla="*/ 0 w 4572"/>
              <a:gd name="T11" fmla="*/ 4320 h 4320"/>
              <a:gd name="T12" fmla="*/ 2294 w 4572"/>
              <a:gd name="T13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72" h="4320">
                <a:moveTo>
                  <a:pt x="2294" y="4320"/>
                </a:moveTo>
                <a:cubicBezTo>
                  <a:pt x="2662" y="4021"/>
                  <a:pt x="2955" y="3792"/>
                  <a:pt x="3613" y="3752"/>
                </a:cubicBezTo>
                <a:cubicBezTo>
                  <a:pt x="4006" y="3728"/>
                  <a:pt x="4317" y="3728"/>
                  <a:pt x="4572" y="3696"/>
                </a:cubicBezTo>
                <a:cubicBezTo>
                  <a:pt x="4572" y="0"/>
                  <a:pt x="4572" y="0"/>
                  <a:pt x="4572" y="0"/>
                </a:cubicBezTo>
                <a:cubicBezTo>
                  <a:pt x="4099" y="0"/>
                  <a:pt x="4099" y="0"/>
                  <a:pt x="4099" y="0"/>
                </a:cubicBezTo>
                <a:cubicBezTo>
                  <a:pt x="2344" y="900"/>
                  <a:pt x="124" y="3216"/>
                  <a:pt x="0" y="4320"/>
                </a:cubicBezTo>
                <a:lnTo>
                  <a:pt x="2294" y="432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448B5FDF-12F6-A618-1C13-5DC6AF6309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00409" y="892683"/>
            <a:ext cx="6791591" cy="5965317"/>
          </a:xfrm>
          <a:custGeom>
            <a:avLst/>
            <a:gdLst>
              <a:gd name="csX0" fmla="*/ 6412065 w 6791591"/>
              <a:gd name="csY0" fmla="*/ 11 h 5965317"/>
              <a:gd name="csX1" fmla="*/ 6709829 w 6791591"/>
              <a:gd name="csY1" fmla="*/ 31112 h 5965317"/>
              <a:gd name="csX2" fmla="*/ 6791591 w 6791591"/>
              <a:gd name="csY2" fmla="*/ 53769 h 5965317"/>
              <a:gd name="csX3" fmla="*/ 6791591 w 6791591"/>
              <a:gd name="csY3" fmla="*/ 1282515 h 5965317"/>
              <a:gd name="csX4" fmla="*/ 6669519 w 6791591"/>
              <a:gd name="csY4" fmla="*/ 1495001 h 5965317"/>
              <a:gd name="csX5" fmla="*/ 6421548 w 6791591"/>
              <a:gd name="csY5" fmla="*/ 2236639 h 5965317"/>
              <a:gd name="csX6" fmla="*/ 6528993 w 6791591"/>
              <a:gd name="csY6" fmla="*/ 4258974 h 5965317"/>
              <a:gd name="csX7" fmla="*/ 4364309 w 6791591"/>
              <a:gd name="csY7" fmla="*/ 4968370 h 5965317"/>
              <a:gd name="csX8" fmla="*/ 2378174 w 6791591"/>
              <a:gd name="csY8" fmla="*/ 5965317 h 5965317"/>
              <a:gd name="csX9" fmla="*/ 2373554 w 6791591"/>
              <a:gd name="csY9" fmla="*/ 5965317 h 5965317"/>
              <a:gd name="csX10" fmla="*/ 2362582 w 6791591"/>
              <a:gd name="csY10" fmla="*/ 5965317 h 5965317"/>
              <a:gd name="csX11" fmla="*/ 2341215 w 6791591"/>
              <a:gd name="csY11" fmla="*/ 5965317 h 5965317"/>
              <a:gd name="csX12" fmla="*/ 2305989 w 6791591"/>
              <a:gd name="csY12" fmla="*/ 5965317 h 5965317"/>
              <a:gd name="csX13" fmla="*/ 2253439 w 6791591"/>
              <a:gd name="csY13" fmla="*/ 5965317 h 5965317"/>
              <a:gd name="csX14" fmla="*/ 2180099 w 6791591"/>
              <a:gd name="csY14" fmla="*/ 5965317 h 5965317"/>
              <a:gd name="csX15" fmla="*/ 2082505 w 6791591"/>
              <a:gd name="csY15" fmla="*/ 5965317 h 5965317"/>
              <a:gd name="csX16" fmla="*/ 1957192 w 6791591"/>
              <a:gd name="csY16" fmla="*/ 5965317 h 5965317"/>
              <a:gd name="csX17" fmla="*/ 1883058 w 6791591"/>
              <a:gd name="csY17" fmla="*/ 5965317 h 5965317"/>
              <a:gd name="csX18" fmla="*/ 1800696 w 6791591"/>
              <a:gd name="csY18" fmla="*/ 5965317 h 5965317"/>
              <a:gd name="csX19" fmla="*/ 1709671 w 6791591"/>
              <a:gd name="csY19" fmla="*/ 5965317 h 5965317"/>
              <a:gd name="csX20" fmla="*/ 1609550 w 6791591"/>
              <a:gd name="csY20" fmla="*/ 5965317 h 5965317"/>
              <a:gd name="csX21" fmla="*/ 1499902 w 6791591"/>
              <a:gd name="csY21" fmla="*/ 5965317 h 5965317"/>
              <a:gd name="csX22" fmla="*/ 1380291 w 6791591"/>
              <a:gd name="csY22" fmla="*/ 5965317 h 5965317"/>
              <a:gd name="csX23" fmla="*/ 1250287 w 6791591"/>
              <a:gd name="csY23" fmla="*/ 5965317 h 5965317"/>
              <a:gd name="csX24" fmla="*/ 1109454 w 6791591"/>
              <a:gd name="csY24" fmla="*/ 5965317 h 5965317"/>
              <a:gd name="csX25" fmla="*/ 957361 w 6791591"/>
              <a:gd name="csY25" fmla="*/ 5965317 h 5965317"/>
              <a:gd name="csX26" fmla="*/ 793574 w 6791591"/>
              <a:gd name="csY26" fmla="*/ 5965317 h 5965317"/>
              <a:gd name="csX27" fmla="*/ 617659 w 6791591"/>
              <a:gd name="csY27" fmla="*/ 5965317 h 5965317"/>
              <a:gd name="csX28" fmla="*/ 429185 w 6791591"/>
              <a:gd name="csY28" fmla="*/ 5965317 h 5965317"/>
              <a:gd name="csX29" fmla="*/ 227717 w 6791591"/>
              <a:gd name="csY29" fmla="*/ 5965317 h 5965317"/>
              <a:gd name="csX30" fmla="*/ 12823 w 6791591"/>
              <a:gd name="csY30" fmla="*/ 5965317 h 5965317"/>
              <a:gd name="csX31" fmla="*/ 183 w 6791591"/>
              <a:gd name="csY31" fmla="*/ 5783623 h 5965317"/>
              <a:gd name="csX32" fmla="*/ 6412065 w 6791591"/>
              <a:gd name="csY32" fmla="*/ 11 h 5965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6791591" h="5965317">
                <a:moveTo>
                  <a:pt x="6412065" y="11"/>
                </a:moveTo>
                <a:cubicBezTo>
                  <a:pt x="6517193" y="-368"/>
                  <a:pt x="6616724" y="9716"/>
                  <a:pt x="6709829" y="31112"/>
                </a:cubicBezTo>
                <a:lnTo>
                  <a:pt x="6791591" y="53769"/>
                </a:lnTo>
                <a:lnTo>
                  <a:pt x="6791591" y="1282515"/>
                </a:lnTo>
                <a:lnTo>
                  <a:pt x="6669519" y="1495001"/>
                </a:lnTo>
                <a:cubicBezTo>
                  <a:pt x="6543311" y="1728883"/>
                  <a:pt x="6439324" y="1978317"/>
                  <a:pt x="6421548" y="2236639"/>
                </a:cubicBezTo>
                <a:cubicBezTo>
                  <a:pt x="6350446" y="3301525"/>
                  <a:pt x="6875025" y="3652273"/>
                  <a:pt x="6528993" y="4258974"/>
                </a:cubicBezTo>
                <a:cubicBezTo>
                  <a:pt x="6102375" y="5003129"/>
                  <a:pt x="5535135" y="4897272"/>
                  <a:pt x="4364309" y="4968370"/>
                </a:cubicBezTo>
                <a:cubicBezTo>
                  <a:pt x="3353071" y="5029988"/>
                  <a:pt x="3056019" y="5461314"/>
                  <a:pt x="2378174" y="5965317"/>
                </a:cubicBezTo>
                <a:lnTo>
                  <a:pt x="2373554" y="5965317"/>
                </a:lnTo>
                <a:lnTo>
                  <a:pt x="2362582" y="5965317"/>
                </a:lnTo>
                <a:lnTo>
                  <a:pt x="2341215" y="5965317"/>
                </a:lnTo>
                <a:lnTo>
                  <a:pt x="2305989" y="5965317"/>
                </a:lnTo>
                <a:lnTo>
                  <a:pt x="2253439" y="5965317"/>
                </a:lnTo>
                <a:lnTo>
                  <a:pt x="2180099" y="5965317"/>
                </a:lnTo>
                <a:lnTo>
                  <a:pt x="2082505" y="5965317"/>
                </a:lnTo>
                <a:lnTo>
                  <a:pt x="1957192" y="5965317"/>
                </a:lnTo>
                <a:lnTo>
                  <a:pt x="1883058" y="5965317"/>
                </a:lnTo>
                <a:lnTo>
                  <a:pt x="1800696" y="5965317"/>
                </a:lnTo>
                <a:lnTo>
                  <a:pt x="1709671" y="5965317"/>
                </a:lnTo>
                <a:lnTo>
                  <a:pt x="1609550" y="5965317"/>
                </a:lnTo>
                <a:lnTo>
                  <a:pt x="1499902" y="5965317"/>
                </a:lnTo>
                <a:lnTo>
                  <a:pt x="1380291" y="5965317"/>
                </a:lnTo>
                <a:lnTo>
                  <a:pt x="1250287" y="5965317"/>
                </a:lnTo>
                <a:lnTo>
                  <a:pt x="1109454" y="5965317"/>
                </a:lnTo>
                <a:lnTo>
                  <a:pt x="957361" y="5965317"/>
                </a:lnTo>
                <a:lnTo>
                  <a:pt x="793574" y="5965317"/>
                </a:lnTo>
                <a:lnTo>
                  <a:pt x="617659" y="5965317"/>
                </a:lnTo>
                <a:lnTo>
                  <a:pt x="429185" y="5965317"/>
                </a:lnTo>
                <a:lnTo>
                  <a:pt x="227717" y="5965317"/>
                </a:lnTo>
                <a:lnTo>
                  <a:pt x="12823" y="5965317"/>
                </a:lnTo>
                <a:cubicBezTo>
                  <a:pt x="6503" y="5908440"/>
                  <a:pt x="1763" y="5848402"/>
                  <a:pt x="183" y="5783623"/>
                </a:cubicBezTo>
                <a:cubicBezTo>
                  <a:pt x="-32406" y="4200219"/>
                  <a:pt x="4309489" y="7584"/>
                  <a:pt x="6412065" y="1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AE86071-75DC-EC9B-31B7-879A5ABB28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515" y="5861062"/>
            <a:ext cx="945354" cy="7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4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Afbeelding Links,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871D2AC4-F6F2-930C-0518-7F9EA4F2A3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730197" cy="599694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1DB4C86B-F1CB-4EE1-A590-FCF328436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642" y="817916"/>
            <a:ext cx="5652718" cy="677108"/>
          </a:xfrm>
        </p:spPr>
        <p:txBody>
          <a:bodyPr/>
          <a:lstStyle/>
          <a:p>
            <a:r>
              <a:rPr lang="nl-NL"/>
              <a:t>[vul titel in]</a:t>
            </a:r>
            <a:endParaRPr lang="nl-NL" dirty="0"/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F480B0A8-B5F8-455F-AA0F-F65F1BB0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3CB85E5D-8611-4DC1-B375-AD1E4C05477C}" type="slidenum">
              <a:rPr lang="nl-NL" smtClean="0"/>
              <a:pPr/>
              <a:t>‹nr.›</a:t>
            </a:fld>
            <a:endParaRPr lang="nl-NL" b="1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0871B5D-F95B-68F3-2C8C-D3BA87FAE3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1933575"/>
            <a:ext cx="5653088" cy="39719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66CBB4FF-0019-FC98-BFEC-E9A01E940F4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898719" cy="5651644"/>
          </a:xfrm>
          <a:custGeom>
            <a:avLst/>
            <a:gdLst>
              <a:gd name="csX0" fmla="*/ 0 w 4898719"/>
              <a:gd name="csY0" fmla="*/ 0 h 5651644"/>
              <a:gd name="csX1" fmla="*/ 4871 w 4898719"/>
              <a:gd name="csY1" fmla="*/ 0 h 5651644"/>
              <a:gd name="csX2" fmla="*/ 16438 w 4898719"/>
              <a:gd name="csY2" fmla="*/ 0 h 5651644"/>
              <a:gd name="csX3" fmla="*/ 38964 w 4898719"/>
              <a:gd name="csY3" fmla="*/ 0 h 5651644"/>
              <a:gd name="csX4" fmla="*/ 76102 w 4898719"/>
              <a:gd name="csY4" fmla="*/ 0 h 5651644"/>
              <a:gd name="csX5" fmla="*/ 131503 w 4898719"/>
              <a:gd name="csY5" fmla="*/ 0 h 5651644"/>
              <a:gd name="csX6" fmla="*/ 208823 w 4898719"/>
              <a:gd name="csY6" fmla="*/ 0 h 5651644"/>
              <a:gd name="csX7" fmla="*/ 311712 w 4898719"/>
              <a:gd name="csY7" fmla="*/ 0 h 5651644"/>
              <a:gd name="csX8" fmla="*/ 373887 w 4898719"/>
              <a:gd name="csY8" fmla="*/ 0 h 5651644"/>
              <a:gd name="csX9" fmla="*/ 443824 w 4898719"/>
              <a:gd name="csY9" fmla="*/ 0 h 5651644"/>
              <a:gd name="csX10" fmla="*/ 521980 w 4898719"/>
              <a:gd name="csY10" fmla="*/ 0 h 5651644"/>
              <a:gd name="csX11" fmla="*/ 608812 w 4898719"/>
              <a:gd name="csY11" fmla="*/ 0 h 5651644"/>
              <a:gd name="csX12" fmla="*/ 704776 w 4898719"/>
              <a:gd name="csY12" fmla="*/ 0 h 5651644"/>
              <a:gd name="csX13" fmla="*/ 810329 w 4898719"/>
              <a:gd name="csY13" fmla="*/ 0 h 5651644"/>
              <a:gd name="csX14" fmla="*/ 925927 w 4898719"/>
              <a:gd name="csY14" fmla="*/ 0 h 5651644"/>
              <a:gd name="csX15" fmla="*/ 1052028 w 4898719"/>
              <a:gd name="csY15" fmla="*/ 0 h 5651644"/>
              <a:gd name="csX16" fmla="*/ 1189086 w 4898719"/>
              <a:gd name="csY16" fmla="*/ 0 h 5651644"/>
              <a:gd name="csX17" fmla="*/ 1337561 w 4898719"/>
              <a:gd name="csY17" fmla="*/ 0 h 5651644"/>
              <a:gd name="csX18" fmla="*/ 1497906 w 4898719"/>
              <a:gd name="csY18" fmla="*/ 0 h 5651644"/>
              <a:gd name="csX19" fmla="*/ 1670581 w 4898719"/>
              <a:gd name="csY19" fmla="*/ 0 h 5651644"/>
              <a:gd name="csX20" fmla="*/ 1856040 w 4898719"/>
              <a:gd name="csY20" fmla="*/ 0 h 5651644"/>
              <a:gd name="csX21" fmla="*/ 2054741 w 4898719"/>
              <a:gd name="csY21" fmla="*/ 0 h 5651644"/>
              <a:gd name="csX22" fmla="*/ 2267141 w 4898719"/>
              <a:gd name="csY22" fmla="*/ 0 h 5651644"/>
              <a:gd name="csX23" fmla="*/ 2493695 w 4898719"/>
              <a:gd name="csY23" fmla="*/ 0 h 5651644"/>
              <a:gd name="csX24" fmla="*/ 4525004 w 4898719"/>
              <a:gd name="csY24" fmla="*/ 1954346 h 5651644"/>
              <a:gd name="csX25" fmla="*/ 2130164 w 4898719"/>
              <a:gd name="csY25" fmla="*/ 5612766 h 5651644"/>
              <a:gd name="csX26" fmla="*/ 0 w 4898719"/>
              <a:gd name="csY26" fmla="*/ 4640376 h 5651644"/>
              <a:gd name="csX27" fmla="*/ 0 w 4898719"/>
              <a:gd name="csY27" fmla="*/ 4639243 h 5651644"/>
              <a:gd name="csX28" fmla="*/ 0 w 4898719"/>
              <a:gd name="csY28" fmla="*/ 4631313 h 5651644"/>
              <a:gd name="csX29" fmla="*/ 0 w 4898719"/>
              <a:gd name="csY29" fmla="*/ 4609787 h 5651644"/>
              <a:gd name="csX30" fmla="*/ 0 w 4898719"/>
              <a:gd name="csY30" fmla="*/ 4567870 h 5651644"/>
              <a:gd name="csX31" fmla="*/ 0 w 4898719"/>
              <a:gd name="csY31" fmla="*/ 4498763 h 5651644"/>
              <a:gd name="csX32" fmla="*/ 0 w 4898719"/>
              <a:gd name="csY32" fmla="*/ 4451889 h 5651644"/>
              <a:gd name="csX33" fmla="*/ 0 w 4898719"/>
              <a:gd name="csY33" fmla="*/ 4395668 h 5651644"/>
              <a:gd name="csX34" fmla="*/ 0 w 4898719"/>
              <a:gd name="csY34" fmla="*/ 4329252 h 5651644"/>
              <a:gd name="csX35" fmla="*/ 0 w 4898719"/>
              <a:gd name="csY35" fmla="*/ 4251790 h 5651644"/>
              <a:gd name="csX36" fmla="*/ 0 w 4898719"/>
              <a:gd name="csY36" fmla="*/ 4162432 h 5651644"/>
              <a:gd name="csX37" fmla="*/ 0 w 4898719"/>
              <a:gd name="csY37" fmla="*/ 4060329 h 5651644"/>
              <a:gd name="csX38" fmla="*/ 0 w 4898719"/>
              <a:gd name="csY38" fmla="*/ 3944631 h 5651644"/>
              <a:gd name="csX39" fmla="*/ 0 w 4898719"/>
              <a:gd name="csY39" fmla="*/ 3814489 h 5651644"/>
              <a:gd name="csX40" fmla="*/ 0 w 4898719"/>
              <a:gd name="csY40" fmla="*/ 3669052 h 5651644"/>
              <a:gd name="csX41" fmla="*/ 0 w 4898719"/>
              <a:gd name="csY41" fmla="*/ 3507472 h 5651644"/>
              <a:gd name="csX42" fmla="*/ 0 w 4898719"/>
              <a:gd name="csY42" fmla="*/ 3328897 h 5651644"/>
              <a:gd name="csX43" fmla="*/ 0 w 4898719"/>
              <a:gd name="csY43" fmla="*/ 3132480 h 5651644"/>
              <a:gd name="csX44" fmla="*/ 0 w 4898719"/>
              <a:gd name="csY44" fmla="*/ 2917370 h 5651644"/>
              <a:gd name="csX45" fmla="*/ 0 w 4898719"/>
              <a:gd name="csY45" fmla="*/ 2682717 h 5651644"/>
              <a:gd name="csX46" fmla="*/ 0 w 4898719"/>
              <a:gd name="csY46" fmla="*/ 2427672 h 5651644"/>
              <a:gd name="csX47" fmla="*/ 0 w 4898719"/>
              <a:gd name="csY47" fmla="*/ 2151385 h 5651644"/>
              <a:gd name="csX48" fmla="*/ 0 w 4898719"/>
              <a:gd name="csY48" fmla="*/ 1853006 h 5651644"/>
              <a:gd name="csX49" fmla="*/ 0 w 4898719"/>
              <a:gd name="csY49" fmla="*/ 1531687 h 5651644"/>
              <a:gd name="csX50" fmla="*/ 0 w 4898719"/>
              <a:gd name="csY50" fmla="*/ 1186576 h 5651644"/>
              <a:gd name="csX51" fmla="*/ 0 w 4898719"/>
              <a:gd name="csY51" fmla="*/ 816824 h 5651644"/>
              <a:gd name="csX52" fmla="*/ 0 w 4898719"/>
              <a:gd name="csY52" fmla="*/ 421582 h 56516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4898719" h="5651644">
                <a:moveTo>
                  <a:pt x="0" y="0"/>
                </a:moveTo>
                <a:lnTo>
                  <a:pt x="4871" y="0"/>
                </a:lnTo>
                <a:lnTo>
                  <a:pt x="16438" y="0"/>
                </a:lnTo>
                <a:lnTo>
                  <a:pt x="38964" y="0"/>
                </a:lnTo>
                <a:lnTo>
                  <a:pt x="76102" y="0"/>
                </a:lnTo>
                <a:lnTo>
                  <a:pt x="131503" y="0"/>
                </a:lnTo>
                <a:lnTo>
                  <a:pt x="208823" y="0"/>
                </a:lnTo>
                <a:lnTo>
                  <a:pt x="311712" y="0"/>
                </a:lnTo>
                <a:lnTo>
                  <a:pt x="373887" y="0"/>
                </a:lnTo>
                <a:lnTo>
                  <a:pt x="443824" y="0"/>
                </a:lnTo>
                <a:lnTo>
                  <a:pt x="521980" y="0"/>
                </a:lnTo>
                <a:lnTo>
                  <a:pt x="608812" y="0"/>
                </a:lnTo>
                <a:lnTo>
                  <a:pt x="704776" y="0"/>
                </a:lnTo>
                <a:lnTo>
                  <a:pt x="810329" y="0"/>
                </a:lnTo>
                <a:lnTo>
                  <a:pt x="925927" y="0"/>
                </a:lnTo>
                <a:lnTo>
                  <a:pt x="1052028" y="0"/>
                </a:lnTo>
                <a:lnTo>
                  <a:pt x="1189086" y="0"/>
                </a:lnTo>
                <a:lnTo>
                  <a:pt x="1337561" y="0"/>
                </a:lnTo>
                <a:lnTo>
                  <a:pt x="1497906" y="0"/>
                </a:lnTo>
                <a:lnTo>
                  <a:pt x="1670581" y="0"/>
                </a:lnTo>
                <a:lnTo>
                  <a:pt x="1856040" y="0"/>
                </a:lnTo>
                <a:lnTo>
                  <a:pt x="2054741" y="0"/>
                </a:lnTo>
                <a:lnTo>
                  <a:pt x="2267141" y="0"/>
                </a:lnTo>
                <a:lnTo>
                  <a:pt x="2493695" y="0"/>
                </a:lnTo>
                <a:cubicBezTo>
                  <a:pt x="3327584" y="556335"/>
                  <a:pt x="4108856" y="1297584"/>
                  <a:pt x="4525004" y="1954346"/>
                </a:cubicBezTo>
                <a:cubicBezTo>
                  <a:pt x="5467314" y="3443219"/>
                  <a:pt x="4612698" y="5996940"/>
                  <a:pt x="2130164" y="5612766"/>
                </a:cubicBezTo>
                <a:cubicBezTo>
                  <a:pt x="1280331" y="5482051"/>
                  <a:pt x="562835" y="5126571"/>
                  <a:pt x="0" y="4640376"/>
                </a:cubicBezTo>
                <a:lnTo>
                  <a:pt x="0" y="4639243"/>
                </a:lnTo>
                <a:lnTo>
                  <a:pt x="0" y="4631313"/>
                </a:lnTo>
                <a:lnTo>
                  <a:pt x="0" y="4609787"/>
                </a:lnTo>
                <a:lnTo>
                  <a:pt x="0" y="4567870"/>
                </a:lnTo>
                <a:lnTo>
                  <a:pt x="0" y="4498763"/>
                </a:lnTo>
                <a:lnTo>
                  <a:pt x="0" y="4451889"/>
                </a:lnTo>
                <a:lnTo>
                  <a:pt x="0" y="4395668"/>
                </a:lnTo>
                <a:lnTo>
                  <a:pt x="0" y="4329252"/>
                </a:lnTo>
                <a:lnTo>
                  <a:pt x="0" y="4251790"/>
                </a:lnTo>
                <a:lnTo>
                  <a:pt x="0" y="4162432"/>
                </a:lnTo>
                <a:lnTo>
                  <a:pt x="0" y="4060329"/>
                </a:lnTo>
                <a:lnTo>
                  <a:pt x="0" y="3944631"/>
                </a:lnTo>
                <a:lnTo>
                  <a:pt x="0" y="3814489"/>
                </a:lnTo>
                <a:lnTo>
                  <a:pt x="0" y="3669052"/>
                </a:lnTo>
                <a:lnTo>
                  <a:pt x="0" y="3507472"/>
                </a:lnTo>
                <a:lnTo>
                  <a:pt x="0" y="3328897"/>
                </a:lnTo>
                <a:lnTo>
                  <a:pt x="0" y="3132480"/>
                </a:lnTo>
                <a:lnTo>
                  <a:pt x="0" y="2917370"/>
                </a:lnTo>
                <a:lnTo>
                  <a:pt x="0" y="2682717"/>
                </a:lnTo>
                <a:lnTo>
                  <a:pt x="0" y="2427672"/>
                </a:lnTo>
                <a:lnTo>
                  <a:pt x="0" y="2151385"/>
                </a:lnTo>
                <a:lnTo>
                  <a:pt x="0" y="1853006"/>
                </a:lnTo>
                <a:lnTo>
                  <a:pt x="0" y="1531687"/>
                </a:lnTo>
                <a:lnTo>
                  <a:pt x="0" y="1186576"/>
                </a:lnTo>
                <a:lnTo>
                  <a:pt x="0" y="816824"/>
                </a:lnTo>
                <a:lnTo>
                  <a:pt x="0" y="42158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CADDE87-FCD2-EA39-5E46-99EFC83C98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515" y="5861062"/>
            <a:ext cx="945354" cy="7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0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koloms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DB4C86B-F1CB-4EE1-A590-FCF328436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[vul titel in]</a:t>
            </a:r>
            <a:endParaRPr lang="nl-NL" dirty="0"/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F480B0A8-B5F8-455F-AA0F-F65F1BB0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3CB85E5D-8611-4DC1-B375-AD1E4C05477C}" type="slidenum">
              <a:rPr lang="nl-NL" smtClean="0"/>
              <a:pPr/>
              <a:t>‹nr.›</a:t>
            </a:fld>
            <a:endParaRPr lang="nl-NL" b="1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0871B5D-F95B-68F3-2C8C-D3BA87FAE3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1933575"/>
            <a:ext cx="11125200" cy="3545205"/>
          </a:xfrm>
        </p:spPr>
        <p:txBody>
          <a:bodyPr numCol="2" spcCol="540000"/>
          <a:lstStyle>
            <a:lvl1pPr marL="0" indent="0">
              <a:buFont typeface="Arial" panose="020B0604020202020204" pitchFamily="34" charset="0"/>
              <a:buNone/>
              <a:defRPr/>
            </a:lvl1pPr>
            <a:lvl4pPr>
              <a:buNone/>
              <a:defRPr/>
            </a:lvl4pPr>
          </a:lstStyle>
          <a:p>
            <a:pPr lvl="0"/>
            <a:r>
              <a:rPr lang="nl-NL"/>
              <a:t>[dit is tweekolomstekst] de tekst loopt automatisch door in de volgende kolom.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2127B9-5554-B3E9-490A-40EEC33EB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3260" y="5640515"/>
            <a:ext cx="6873710" cy="121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95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et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8">
            <a:extLst>
              <a:ext uri="{FF2B5EF4-FFF2-40B4-BE49-F238E27FC236}">
                <a16:creationId xmlns:a16="http://schemas.microsoft.com/office/drawing/2014/main" id="{737278CF-9B3D-7619-E999-797FE6C959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0" y="0"/>
            <a:ext cx="4919663" cy="5646738"/>
            <a:chOff x="0" y="0"/>
            <a:chExt cx="3099" cy="3557"/>
          </a:xfrm>
        </p:grpSpPr>
        <p:sp>
          <p:nvSpPr>
            <p:cNvPr id="12" name="AutoShape 7">
              <a:extLst>
                <a:ext uri="{FF2B5EF4-FFF2-40B4-BE49-F238E27FC236}">
                  <a16:creationId xmlns:a16="http://schemas.microsoft.com/office/drawing/2014/main" id="{BDAB2675-9B45-C8B5-F9EB-1B387801670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3099" cy="3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42722D12-FD93-6D72-3C9B-89DD1739BF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0"/>
              <a:ext cx="3456" cy="3773"/>
            </a:xfrm>
            <a:custGeom>
              <a:avLst/>
              <a:gdLst>
                <a:gd name="T0" fmla="*/ 2868 w 3459"/>
                <a:gd name="T1" fmla="*/ 1240 h 3777"/>
                <a:gd name="T2" fmla="*/ 1574 w 3459"/>
                <a:gd name="T3" fmla="*/ 0 h 3777"/>
                <a:gd name="T4" fmla="*/ 0 w 3459"/>
                <a:gd name="T5" fmla="*/ 0 h 3777"/>
                <a:gd name="T6" fmla="*/ 0 w 3459"/>
                <a:gd name="T7" fmla="*/ 2901 h 3777"/>
                <a:gd name="T8" fmla="*/ 1365 w 3459"/>
                <a:gd name="T9" fmla="*/ 3536 h 3777"/>
                <a:gd name="T10" fmla="*/ 2868 w 3459"/>
                <a:gd name="T11" fmla="*/ 1240 h 3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59" h="3777">
                  <a:moveTo>
                    <a:pt x="2868" y="1240"/>
                  </a:moveTo>
                  <a:cubicBezTo>
                    <a:pt x="2604" y="822"/>
                    <a:pt x="2105" y="350"/>
                    <a:pt x="157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901"/>
                    <a:pt x="0" y="2901"/>
                    <a:pt x="0" y="2901"/>
                  </a:cubicBezTo>
                  <a:cubicBezTo>
                    <a:pt x="358" y="3218"/>
                    <a:pt x="817" y="3451"/>
                    <a:pt x="1365" y="3536"/>
                  </a:cubicBezTo>
                  <a:cubicBezTo>
                    <a:pt x="2923" y="3777"/>
                    <a:pt x="3459" y="2174"/>
                    <a:pt x="2868" y="12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</p:grp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F480B0A8-B5F8-455F-AA0F-F65F1BB0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3CB85E5D-8611-4DC1-B375-AD1E4C05477C}" type="slidenum">
              <a:rPr lang="nl-NL" smtClean="0"/>
              <a:pPr/>
              <a:t>‹nr.›</a:t>
            </a:fld>
            <a:endParaRPr lang="nl-NL" b="1" dirty="0"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DACF87DF-77C7-0825-49A1-F1F6B5662DE4}"/>
              </a:ext>
            </a:extLst>
          </p:cNvPr>
          <p:cNvSpPr>
            <a:spLocks/>
          </p:cNvSpPr>
          <p:nvPr userDrawn="1"/>
        </p:nvSpPr>
        <p:spPr bwMode="auto">
          <a:xfrm>
            <a:off x="4933950" y="0"/>
            <a:ext cx="7258050" cy="6858000"/>
          </a:xfrm>
          <a:custGeom>
            <a:avLst/>
            <a:gdLst>
              <a:gd name="T0" fmla="*/ 2294 w 4572"/>
              <a:gd name="T1" fmla="*/ 4320 h 4320"/>
              <a:gd name="T2" fmla="*/ 3613 w 4572"/>
              <a:gd name="T3" fmla="*/ 3752 h 4320"/>
              <a:gd name="T4" fmla="*/ 4572 w 4572"/>
              <a:gd name="T5" fmla="*/ 3696 h 4320"/>
              <a:gd name="T6" fmla="*/ 4572 w 4572"/>
              <a:gd name="T7" fmla="*/ 0 h 4320"/>
              <a:gd name="T8" fmla="*/ 4099 w 4572"/>
              <a:gd name="T9" fmla="*/ 0 h 4320"/>
              <a:gd name="T10" fmla="*/ 0 w 4572"/>
              <a:gd name="T11" fmla="*/ 4320 h 4320"/>
              <a:gd name="T12" fmla="*/ 2294 w 4572"/>
              <a:gd name="T13" fmla="*/ 432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72" h="4320">
                <a:moveTo>
                  <a:pt x="2294" y="4320"/>
                </a:moveTo>
                <a:cubicBezTo>
                  <a:pt x="2662" y="4021"/>
                  <a:pt x="2955" y="3792"/>
                  <a:pt x="3613" y="3752"/>
                </a:cubicBezTo>
                <a:cubicBezTo>
                  <a:pt x="4006" y="3728"/>
                  <a:pt x="4317" y="3728"/>
                  <a:pt x="4572" y="3696"/>
                </a:cubicBezTo>
                <a:cubicBezTo>
                  <a:pt x="4572" y="0"/>
                  <a:pt x="4572" y="0"/>
                  <a:pt x="4572" y="0"/>
                </a:cubicBezTo>
                <a:cubicBezTo>
                  <a:pt x="4099" y="0"/>
                  <a:pt x="4099" y="0"/>
                  <a:pt x="4099" y="0"/>
                </a:cubicBezTo>
                <a:cubicBezTo>
                  <a:pt x="2344" y="900"/>
                  <a:pt x="124" y="3216"/>
                  <a:pt x="0" y="4320"/>
                </a:cubicBezTo>
                <a:lnTo>
                  <a:pt x="2294" y="432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8648C5F-3146-84F7-B063-5757B0F871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00409" y="892683"/>
            <a:ext cx="6791591" cy="5965317"/>
          </a:xfrm>
          <a:custGeom>
            <a:avLst/>
            <a:gdLst>
              <a:gd name="csX0" fmla="*/ 6412065 w 6791591"/>
              <a:gd name="csY0" fmla="*/ 11 h 5965317"/>
              <a:gd name="csX1" fmla="*/ 6709829 w 6791591"/>
              <a:gd name="csY1" fmla="*/ 31112 h 5965317"/>
              <a:gd name="csX2" fmla="*/ 6791591 w 6791591"/>
              <a:gd name="csY2" fmla="*/ 53769 h 5965317"/>
              <a:gd name="csX3" fmla="*/ 6791591 w 6791591"/>
              <a:gd name="csY3" fmla="*/ 1282515 h 5965317"/>
              <a:gd name="csX4" fmla="*/ 6669519 w 6791591"/>
              <a:gd name="csY4" fmla="*/ 1495001 h 5965317"/>
              <a:gd name="csX5" fmla="*/ 6421548 w 6791591"/>
              <a:gd name="csY5" fmla="*/ 2236639 h 5965317"/>
              <a:gd name="csX6" fmla="*/ 6528993 w 6791591"/>
              <a:gd name="csY6" fmla="*/ 4258974 h 5965317"/>
              <a:gd name="csX7" fmla="*/ 4364309 w 6791591"/>
              <a:gd name="csY7" fmla="*/ 4968370 h 5965317"/>
              <a:gd name="csX8" fmla="*/ 2378174 w 6791591"/>
              <a:gd name="csY8" fmla="*/ 5965317 h 5965317"/>
              <a:gd name="csX9" fmla="*/ 2373554 w 6791591"/>
              <a:gd name="csY9" fmla="*/ 5965317 h 5965317"/>
              <a:gd name="csX10" fmla="*/ 2362582 w 6791591"/>
              <a:gd name="csY10" fmla="*/ 5965317 h 5965317"/>
              <a:gd name="csX11" fmla="*/ 2341215 w 6791591"/>
              <a:gd name="csY11" fmla="*/ 5965317 h 5965317"/>
              <a:gd name="csX12" fmla="*/ 2305989 w 6791591"/>
              <a:gd name="csY12" fmla="*/ 5965317 h 5965317"/>
              <a:gd name="csX13" fmla="*/ 2253439 w 6791591"/>
              <a:gd name="csY13" fmla="*/ 5965317 h 5965317"/>
              <a:gd name="csX14" fmla="*/ 2180099 w 6791591"/>
              <a:gd name="csY14" fmla="*/ 5965317 h 5965317"/>
              <a:gd name="csX15" fmla="*/ 2082505 w 6791591"/>
              <a:gd name="csY15" fmla="*/ 5965317 h 5965317"/>
              <a:gd name="csX16" fmla="*/ 1957192 w 6791591"/>
              <a:gd name="csY16" fmla="*/ 5965317 h 5965317"/>
              <a:gd name="csX17" fmla="*/ 1883058 w 6791591"/>
              <a:gd name="csY17" fmla="*/ 5965317 h 5965317"/>
              <a:gd name="csX18" fmla="*/ 1800696 w 6791591"/>
              <a:gd name="csY18" fmla="*/ 5965317 h 5965317"/>
              <a:gd name="csX19" fmla="*/ 1709671 w 6791591"/>
              <a:gd name="csY19" fmla="*/ 5965317 h 5965317"/>
              <a:gd name="csX20" fmla="*/ 1609550 w 6791591"/>
              <a:gd name="csY20" fmla="*/ 5965317 h 5965317"/>
              <a:gd name="csX21" fmla="*/ 1499902 w 6791591"/>
              <a:gd name="csY21" fmla="*/ 5965317 h 5965317"/>
              <a:gd name="csX22" fmla="*/ 1380291 w 6791591"/>
              <a:gd name="csY22" fmla="*/ 5965317 h 5965317"/>
              <a:gd name="csX23" fmla="*/ 1250287 w 6791591"/>
              <a:gd name="csY23" fmla="*/ 5965317 h 5965317"/>
              <a:gd name="csX24" fmla="*/ 1109454 w 6791591"/>
              <a:gd name="csY24" fmla="*/ 5965317 h 5965317"/>
              <a:gd name="csX25" fmla="*/ 957361 w 6791591"/>
              <a:gd name="csY25" fmla="*/ 5965317 h 5965317"/>
              <a:gd name="csX26" fmla="*/ 793574 w 6791591"/>
              <a:gd name="csY26" fmla="*/ 5965317 h 5965317"/>
              <a:gd name="csX27" fmla="*/ 617659 w 6791591"/>
              <a:gd name="csY27" fmla="*/ 5965317 h 5965317"/>
              <a:gd name="csX28" fmla="*/ 429185 w 6791591"/>
              <a:gd name="csY28" fmla="*/ 5965317 h 5965317"/>
              <a:gd name="csX29" fmla="*/ 227717 w 6791591"/>
              <a:gd name="csY29" fmla="*/ 5965317 h 5965317"/>
              <a:gd name="csX30" fmla="*/ 12823 w 6791591"/>
              <a:gd name="csY30" fmla="*/ 5965317 h 5965317"/>
              <a:gd name="csX31" fmla="*/ 183 w 6791591"/>
              <a:gd name="csY31" fmla="*/ 5783623 h 5965317"/>
              <a:gd name="csX32" fmla="*/ 6412065 w 6791591"/>
              <a:gd name="csY32" fmla="*/ 11 h 59653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6791591" h="5965317">
                <a:moveTo>
                  <a:pt x="6412065" y="11"/>
                </a:moveTo>
                <a:cubicBezTo>
                  <a:pt x="6517193" y="-368"/>
                  <a:pt x="6616724" y="9716"/>
                  <a:pt x="6709829" y="31112"/>
                </a:cubicBezTo>
                <a:lnTo>
                  <a:pt x="6791591" y="53769"/>
                </a:lnTo>
                <a:lnTo>
                  <a:pt x="6791591" y="1282515"/>
                </a:lnTo>
                <a:lnTo>
                  <a:pt x="6669519" y="1495001"/>
                </a:lnTo>
                <a:cubicBezTo>
                  <a:pt x="6543311" y="1728883"/>
                  <a:pt x="6439324" y="1978317"/>
                  <a:pt x="6421548" y="2236639"/>
                </a:cubicBezTo>
                <a:cubicBezTo>
                  <a:pt x="6350446" y="3301525"/>
                  <a:pt x="6875025" y="3652273"/>
                  <a:pt x="6528993" y="4258974"/>
                </a:cubicBezTo>
                <a:cubicBezTo>
                  <a:pt x="6102375" y="5003129"/>
                  <a:pt x="5535135" y="4897272"/>
                  <a:pt x="4364309" y="4968370"/>
                </a:cubicBezTo>
                <a:cubicBezTo>
                  <a:pt x="3353071" y="5029988"/>
                  <a:pt x="3056019" y="5461314"/>
                  <a:pt x="2378174" y="5965317"/>
                </a:cubicBezTo>
                <a:lnTo>
                  <a:pt x="2373554" y="5965317"/>
                </a:lnTo>
                <a:lnTo>
                  <a:pt x="2362582" y="5965317"/>
                </a:lnTo>
                <a:lnTo>
                  <a:pt x="2341215" y="5965317"/>
                </a:lnTo>
                <a:lnTo>
                  <a:pt x="2305989" y="5965317"/>
                </a:lnTo>
                <a:lnTo>
                  <a:pt x="2253439" y="5965317"/>
                </a:lnTo>
                <a:lnTo>
                  <a:pt x="2180099" y="5965317"/>
                </a:lnTo>
                <a:lnTo>
                  <a:pt x="2082505" y="5965317"/>
                </a:lnTo>
                <a:lnTo>
                  <a:pt x="1957192" y="5965317"/>
                </a:lnTo>
                <a:lnTo>
                  <a:pt x="1883058" y="5965317"/>
                </a:lnTo>
                <a:lnTo>
                  <a:pt x="1800696" y="5965317"/>
                </a:lnTo>
                <a:lnTo>
                  <a:pt x="1709671" y="5965317"/>
                </a:lnTo>
                <a:lnTo>
                  <a:pt x="1609550" y="5965317"/>
                </a:lnTo>
                <a:lnTo>
                  <a:pt x="1499902" y="5965317"/>
                </a:lnTo>
                <a:lnTo>
                  <a:pt x="1380291" y="5965317"/>
                </a:lnTo>
                <a:lnTo>
                  <a:pt x="1250287" y="5965317"/>
                </a:lnTo>
                <a:lnTo>
                  <a:pt x="1109454" y="5965317"/>
                </a:lnTo>
                <a:lnTo>
                  <a:pt x="957361" y="5965317"/>
                </a:lnTo>
                <a:lnTo>
                  <a:pt x="793574" y="5965317"/>
                </a:lnTo>
                <a:lnTo>
                  <a:pt x="617659" y="5965317"/>
                </a:lnTo>
                <a:lnTo>
                  <a:pt x="429185" y="5965317"/>
                </a:lnTo>
                <a:lnTo>
                  <a:pt x="227717" y="5965317"/>
                </a:lnTo>
                <a:lnTo>
                  <a:pt x="12823" y="5965317"/>
                </a:lnTo>
                <a:cubicBezTo>
                  <a:pt x="6503" y="5908440"/>
                  <a:pt x="1763" y="5848402"/>
                  <a:pt x="183" y="5783623"/>
                </a:cubicBezTo>
                <a:cubicBezTo>
                  <a:pt x="-32406" y="4200219"/>
                  <a:pt x="4309489" y="7584"/>
                  <a:pt x="6412065" y="1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763441E-E0FF-EE2C-747F-B0E31ECB03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515" y="5861062"/>
            <a:ext cx="945354" cy="772321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1DB4C86B-F1CB-4EE1-A590-FCF328436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738" y="878876"/>
            <a:ext cx="2488262" cy="1597624"/>
          </a:xfrm>
        </p:spPr>
        <p:txBody>
          <a:bodyPr/>
          <a:lstStyle>
            <a:lvl1pPr>
              <a:lnSpc>
                <a:spcPct val="85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nl-NL"/>
              <a:t>“Ruimte voor een quote”</a:t>
            </a:r>
            <a:endParaRPr lang="nl-NL" dirty="0"/>
          </a:p>
        </p:txBody>
      </p:sp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D91173E0-43E6-B216-2FEA-B5C1B5EC9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4223207" cy="5354973"/>
          </a:xfrm>
          <a:custGeom>
            <a:avLst/>
            <a:gdLst>
              <a:gd name="csX0" fmla="*/ 4772 w 4223207"/>
              <a:gd name="csY0" fmla="*/ 0 h 5354973"/>
              <a:gd name="csX1" fmla="*/ 6521 w 4223207"/>
              <a:gd name="csY1" fmla="*/ 0 h 5354973"/>
              <a:gd name="csX2" fmla="*/ 18766 w 4223207"/>
              <a:gd name="csY2" fmla="*/ 0 h 5354973"/>
              <a:gd name="csX3" fmla="*/ 32103 w 4223207"/>
              <a:gd name="csY3" fmla="*/ 0 h 5354973"/>
              <a:gd name="csX4" fmla="*/ 52000 w 4223207"/>
              <a:gd name="csY4" fmla="*/ 0 h 5354973"/>
              <a:gd name="csX5" fmla="*/ 79768 w 4223207"/>
              <a:gd name="csY5" fmla="*/ 0 h 5354973"/>
              <a:gd name="csX6" fmla="*/ 116720 w 4223207"/>
              <a:gd name="csY6" fmla="*/ 0 h 5354973"/>
              <a:gd name="csX7" fmla="*/ 164166 w 4223207"/>
              <a:gd name="csY7" fmla="*/ 0 h 5354973"/>
              <a:gd name="csX8" fmla="*/ 223419 w 4223207"/>
              <a:gd name="csY8" fmla="*/ 0 h 5354973"/>
              <a:gd name="csX9" fmla="*/ 295792 w 4223207"/>
              <a:gd name="csY9" fmla="*/ 0 h 5354973"/>
              <a:gd name="csX10" fmla="*/ 382594 w 4223207"/>
              <a:gd name="csY10" fmla="*/ 0 h 5354973"/>
              <a:gd name="csX11" fmla="*/ 485140 w 4223207"/>
              <a:gd name="csY11" fmla="*/ 0 h 5354973"/>
              <a:gd name="csX12" fmla="*/ 604740 w 4223207"/>
              <a:gd name="csY12" fmla="*/ 0 h 5354973"/>
              <a:gd name="csX13" fmla="*/ 742706 w 4223207"/>
              <a:gd name="csY13" fmla="*/ 0 h 5354973"/>
              <a:gd name="csX14" fmla="*/ 900351 w 4223207"/>
              <a:gd name="csY14" fmla="*/ 0 h 5354973"/>
              <a:gd name="csX15" fmla="*/ 3911595 w 4223207"/>
              <a:gd name="csY15" fmla="*/ 2270143 h 5354973"/>
              <a:gd name="csX16" fmla="*/ 1912052 w 4223207"/>
              <a:gd name="csY16" fmla="*/ 5322437 h 5354973"/>
              <a:gd name="csX17" fmla="*/ 0 w 4223207"/>
              <a:gd name="csY17" fmla="*/ 4390851 h 5354973"/>
              <a:gd name="csX18" fmla="*/ 0 w 4223207"/>
              <a:gd name="csY18" fmla="*/ 4389780 h 5354973"/>
              <a:gd name="csX19" fmla="*/ 0 w 4223207"/>
              <a:gd name="csY19" fmla="*/ 4382278 h 5354973"/>
              <a:gd name="csX20" fmla="*/ 0 w 4223207"/>
              <a:gd name="csY20" fmla="*/ 4361918 h 5354973"/>
              <a:gd name="csX21" fmla="*/ 0 w 4223207"/>
              <a:gd name="csY21" fmla="*/ 4322269 h 5354973"/>
              <a:gd name="csX22" fmla="*/ 0 w 4223207"/>
              <a:gd name="csY22" fmla="*/ 4256902 h 5354973"/>
              <a:gd name="csX23" fmla="*/ 0 w 4223207"/>
              <a:gd name="csY23" fmla="*/ 4212564 h 5354973"/>
              <a:gd name="csX24" fmla="*/ 0 w 4223207"/>
              <a:gd name="csY24" fmla="*/ 4159386 h 5354973"/>
              <a:gd name="csX25" fmla="*/ 0 w 4223207"/>
              <a:gd name="csY25" fmla="*/ 4096564 h 5354973"/>
              <a:gd name="csX26" fmla="*/ 0 w 4223207"/>
              <a:gd name="csY26" fmla="*/ 4023293 h 5354973"/>
              <a:gd name="csX27" fmla="*/ 0 w 4223207"/>
              <a:gd name="csY27" fmla="*/ 3938771 h 5354973"/>
              <a:gd name="csX28" fmla="*/ 0 w 4223207"/>
              <a:gd name="csY28" fmla="*/ 3842193 h 5354973"/>
              <a:gd name="csX29" fmla="*/ 0 w 4223207"/>
              <a:gd name="csY29" fmla="*/ 3732757 h 5354973"/>
              <a:gd name="csX30" fmla="*/ 0 w 4223207"/>
              <a:gd name="csY30" fmla="*/ 3609657 h 5354973"/>
              <a:gd name="csX31" fmla="*/ 0 w 4223207"/>
              <a:gd name="csY31" fmla="*/ 3472091 h 5354973"/>
              <a:gd name="csX32" fmla="*/ 0 w 4223207"/>
              <a:gd name="csY32" fmla="*/ 3319254 h 5354973"/>
              <a:gd name="csX33" fmla="*/ 0 w 4223207"/>
              <a:gd name="csY33" fmla="*/ 3150344 h 5354973"/>
              <a:gd name="csX34" fmla="*/ 0 w 4223207"/>
              <a:gd name="csY34" fmla="*/ 2964556 h 5354973"/>
              <a:gd name="csX35" fmla="*/ 0 w 4223207"/>
              <a:gd name="csY35" fmla="*/ 2761086 h 5354973"/>
              <a:gd name="csX36" fmla="*/ 0 w 4223207"/>
              <a:gd name="csY36" fmla="*/ 2539132 h 5354973"/>
              <a:gd name="csX37" fmla="*/ 0 w 4223207"/>
              <a:gd name="csY37" fmla="*/ 2297888 h 5354973"/>
              <a:gd name="csX38" fmla="*/ 0 w 4223207"/>
              <a:gd name="csY38" fmla="*/ 2036553 h 5354973"/>
              <a:gd name="csX39" fmla="*/ 0 w 4223207"/>
              <a:gd name="csY39" fmla="*/ 1754321 h 5354973"/>
              <a:gd name="csX40" fmla="*/ 0 w 4223207"/>
              <a:gd name="csY40" fmla="*/ 1450389 h 5354973"/>
              <a:gd name="csX41" fmla="*/ 0 w 4223207"/>
              <a:gd name="csY41" fmla="*/ 1123954 h 5354973"/>
              <a:gd name="csX42" fmla="*/ 0 w 4223207"/>
              <a:gd name="csY42" fmla="*/ 774211 h 5354973"/>
              <a:gd name="csX43" fmla="*/ 0 w 4223207"/>
              <a:gd name="csY43" fmla="*/ 400358 h 5354973"/>
              <a:gd name="csX44" fmla="*/ 0 w 4223207"/>
              <a:gd name="csY44" fmla="*/ 1590 h 5354973"/>
              <a:gd name="csX45" fmla="*/ 4772 w 4223207"/>
              <a:gd name="csY45" fmla="*/ 0 h 53549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4223207" h="5354973">
                <a:moveTo>
                  <a:pt x="4772" y="0"/>
                </a:moveTo>
                <a:lnTo>
                  <a:pt x="6521" y="0"/>
                </a:lnTo>
                <a:lnTo>
                  <a:pt x="18766" y="0"/>
                </a:lnTo>
                <a:lnTo>
                  <a:pt x="32103" y="0"/>
                </a:lnTo>
                <a:lnTo>
                  <a:pt x="52000" y="0"/>
                </a:lnTo>
                <a:lnTo>
                  <a:pt x="79768" y="0"/>
                </a:lnTo>
                <a:lnTo>
                  <a:pt x="116720" y="0"/>
                </a:lnTo>
                <a:lnTo>
                  <a:pt x="164166" y="0"/>
                </a:lnTo>
                <a:lnTo>
                  <a:pt x="223419" y="0"/>
                </a:lnTo>
                <a:lnTo>
                  <a:pt x="295792" y="0"/>
                </a:lnTo>
                <a:lnTo>
                  <a:pt x="382594" y="0"/>
                </a:lnTo>
                <a:lnTo>
                  <a:pt x="485140" y="0"/>
                </a:lnTo>
                <a:lnTo>
                  <a:pt x="604740" y="0"/>
                </a:lnTo>
                <a:lnTo>
                  <a:pt x="742706" y="0"/>
                </a:lnTo>
                <a:lnTo>
                  <a:pt x="900351" y="0"/>
                </a:lnTo>
                <a:cubicBezTo>
                  <a:pt x="1964546" y="290922"/>
                  <a:pt x="3343706" y="1371942"/>
                  <a:pt x="3911595" y="2270143"/>
                </a:cubicBezTo>
                <a:cubicBezTo>
                  <a:pt x="4697413" y="3511727"/>
                  <a:pt x="3984768" y="5643563"/>
                  <a:pt x="1912052" y="5322437"/>
                </a:cubicBezTo>
                <a:cubicBezTo>
                  <a:pt x="1132597" y="5201617"/>
                  <a:pt x="488353" y="4856644"/>
                  <a:pt x="0" y="4390851"/>
                </a:cubicBezTo>
                <a:lnTo>
                  <a:pt x="0" y="4389780"/>
                </a:lnTo>
                <a:lnTo>
                  <a:pt x="0" y="4382278"/>
                </a:lnTo>
                <a:lnTo>
                  <a:pt x="0" y="4361918"/>
                </a:lnTo>
                <a:lnTo>
                  <a:pt x="0" y="4322269"/>
                </a:lnTo>
                <a:lnTo>
                  <a:pt x="0" y="4256902"/>
                </a:lnTo>
                <a:lnTo>
                  <a:pt x="0" y="4212564"/>
                </a:lnTo>
                <a:lnTo>
                  <a:pt x="0" y="4159386"/>
                </a:lnTo>
                <a:lnTo>
                  <a:pt x="0" y="4096564"/>
                </a:lnTo>
                <a:lnTo>
                  <a:pt x="0" y="4023293"/>
                </a:lnTo>
                <a:lnTo>
                  <a:pt x="0" y="3938771"/>
                </a:lnTo>
                <a:lnTo>
                  <a:pt x="0" y="3842193"/>
                </a:lnTo>
                <a:lnTo>
                  <a:pt x="0" y="3732757"/>
                </a:lnTo>
                <a:lnTo>
                  <a:pt x="0" y="3609657"/>
                </a:lnTo>
                <a:lnTo>
                  <a:pt x="0" y="3472091"/>
                </a:lnTo>
                <a:lnTo>
                  <a:pt x="0" y="3319254"/>
                </a:lnTo>
                <a:lnTo>
                  <a:pt x="0" y="3150344"/>
                </a:lnTo>
                <a:lnTo>
                  <a:pt x="0" y="2964556"/>
                </a:lnTo>
                <a:lnTo>
                  <a:pt x="0" y="2761086"/>
                </a:lnTo>
                <a:lnTo>
                  <a:pt x="0" y="2539132"/>
                </a:lnTo>
                <a:lnTo>
                  <a:pt x="0" y="2297888"/>
                </a:lnTo>
                <a:lnTo>
                  <a:pt x="0" y="2036553"/>
                </a:lnTo>
                <a:lnTo>
                  <a:pt x="0" y="1754321"/>
                </a:lnTo>
                <a:lnTo>
                  <a:pt x="0" y="1450389"/>
                </a:lnTo>
                <a:lnTo>
                  <a:pt x="0" y="1123954"/>
                </a:lnTo>
                <a:lnTo>
                  <a:pt x="0" y="774211"/>
                </a:lnTo>
                <a:lnTo>
                  <a:pt x="0" y="400358"/>
                </a:lnTo>
                <a:lnTo>
                  <a:pt x="0" y="1590"/>
                </a:lnTo>
                <a:cubicBezTo>
                  <a:pt x="1591" y="1590"/>
                  <a:pt x="3182" y="0"/>
                  <a:pt x="477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849115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>
            <a:extLst>
              <a:ext uri="{FF2B5EF4-FFF2-40B4-BE49-F238E27FC236}">
                <a16:creationId xmlns:a16="http://schemas.microsoft.com/office/drawing/2014/main" id="{D0DCDEFD-264D-0645-A30A-7706CD886B7D}"/>
              </a:ext>
            </a:extLst>
          </p:cNvPr>
          <p:cNvSpPr>
            <a:spLocks/>
          </p:cNvSpPr>
          <p:nvPr userDrawn="1"/>
        </p:nvSpPr>
        <p:spPr bwMode="auto">
          <a:xfrm>
            <a:off x="6019800" y="2948941"/>
            <a:ext cx="6172200" cy="3905884"/>
          </a:xfrm>
          <a:custGeom>
            <a:avLst/>
            <a:gdLst>
              <a:gd name="T0" fmla="*/ 3823 w 3823"/>
              <a:gd name="T1" fmla="*/ 2431 h 2431"/>
              <a:gd name="T2" fmla="*/ 3823 w 3823"/>
              <a:gd name="T3" fmla="*/ 0 h 2431"/>
              <a:gd name="T4" fmla="*/ 0 w 3823"/>
              <a:gd name="T5" fmla="*/ 2431 h 2431"/>
              <a:gd name="T6" fmla="*/ 3823 w 3823"/>
              <a:gd name="T7" fmla="*/ 2431 h 2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23" h="2431">
                <a:moveTo>
                  <a:pt x="3823" y="2431"/>
                </a:moveTo>
                <a:cubicBezTo>
                  <a:pt x="3823" y="0"/>
                  <a:pt x="3823" y="0"/>
                  <a:pt x="3823" y="0"/>
                </a:cubicBezTo>
                <a:cubicBezTo>
                  <a:pt x="2685" y="340"/>
                  <a:pt x="1264" y="1301"/>
                  <a:pt x="0" y="2431"/>
                </a:cubicBezTo>
                <a:lnTo>
                  <a:pt x="3823" y="2431"/>
                </a:lnTo>
                <a:close/>
              </a:path>
            </a:pathLst>
          </a:custGeom>
          <a:solidFill>
            <a:srgbClr val="F7B0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50583E29-0D12-3AC8-751F-06F29C1C30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10387541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3011033 h 6858000"/>
              <a:gd name="csX3" fmla="*/ 6149340 w 12192000"/>
              <a:gd name="csY3" fmla="*/ 6858000 h 6858000"/>
              <a:gd name="csX4" fmla="*/ 0 w 12192000"/>
              <a:gd name="csY4" fmla="*/ 6858000 h 6858000"/>
              <a:gd name="csX5" fmla="*/ 0 w 12192000"/>
              <a:gd name="csY5" fmla="*/ 4640580 h 6858000"/>
              <a:gd name="csX6" fmla="*/ 195779 w 12192000"/>
              <a:gd name="csY6" fmla="*/ 4580103 h 6858000"/>
              <a:gd name="csX7" fmla="*/ 1617431 w 12192000"/>
              <a:gd name="csY7" fmla="*/ 3885470 h 6858000"/>
              <a:gd name="csX8" fmla="*/ 6144967 w 12192000"/>
              <a:gd name="csY8" fmla="*/ 1483138 h 6858000"/>
              <a:gd name="csX9" fmla="*/ 10330230 w 12192000"/>
              <a:gd name="csY9" fmla="*/ 109921 h 6858000"/>
              <a:gd name="csX10" fmla="*/ 10387541 w 12192000"/>
              <a:gd name="csY10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192000" h="6858000">
                <a:moveTo>
                  <a:pt x="10387541" y="0"/>
                </a:moveTo>
                <a:lnTo>
                  <a:pt x="12192000" y="0"/>
                </a:lnTo>
                <a:lnTo>
                  <a:pt x="12192000" y="3011033"/>
                </a:lnTo>
                <a:cubicBezTo>
                  <a:pt x="10393270" y="3549070"/>
                  <a:pt x="8147227" y="5069817"/>
                  <a:pt x="6149340" y="6858000"/>
                </a:cubicBezTo>
                <a:lnTo>
                  <a:pt x="0" y="6858000"/>
                </a:lnTo>
                <a:lnTo>
                  <a:pt x="0" y="4640580"/>
                </a:lnTo>
                <a:lnTo>
                  <a:pt x="195779" y="4580103"/>
                </a:lnTo>
                <a:cubicBezTo>
                  <a:pt x="656459" y="4426314"/>
                  <a:pt x="1142430" y="4185165"/>
                  <a:pt x="1617431" y="3885470"/>
                </a:cubicBezTo>
                <a:cubicBezTo>
                  <a:pt x="3470473" y="2719351"/>
                  <a:pt x="3881199" y="1620141"/>
                  <a:pt x="6144967" y="1483138"/>
                </a:cubicBezTo>
                <a:cubicBezTo>
                  <a:pt x="8408734" y="1346135"/>
                  <a:pt x="9507187" y="1551639"/>
                  <a:pt x="10330230" y="109921"/>
                </a:cubicBezTo>
                <a:cubicBezTo>
                  <a:pt x="10350926" y="73281"/>
                  <a:pt x="10370029" y="36640"/>
                  <a:pt x="1038754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1DB4C86B-F1CB-4EE1-A590-FCF328436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85020" y="4856112"/>
            <a:ext cx="2063340" cy="266701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</a:lstStyle>
          <a:p>
            <a:r>
              <a:rPr lang="nl-NL"/>
              <a:t>[titel]</a:t>
            </a:r>
            <a:endParaRPr lang="nl-NL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0871B5D-F95B-68F3-2C8C-D3BA87FAE3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85020" y="5372100"/>
            <a:ext cx="2064068" cy="1074420"/>
          </a:xfrm>
        </p:spPr>
        <p:txBody>
          <a:bodyPr/>
          <a:lstStyle>
            <a:lvl1pPr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[tekst]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071EB3CA-D577-23C5-2F62-3859A451A9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75" y="346075"/>
            <a:ext cx="2192019" cy="179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19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E0E5990-FFC3-472F-A20B-378EEEE3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96F4B57F-7943-4922-A18C-C0AEE05A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85E5D-8611-4DC1-B375-AD1E4C05477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8E11B55-D5A0-F316-961B-77AB54B805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515" y="5861062"/>
            <a:ext cx="945354" cy="7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37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el">
            <a:extLst>
              <a:ext uri="{FF2B5EF4-FFF2-40B4-BE49-F238E27FC236}">
                <a16:creationId xmlns:a16="http://schemas.microsoft.com/office/drawing/2014/main" id="{9832AF1D-3B01-4FCA-BD0E-9FC69B177B89}"/>
              </a:ext>
            </a:extLst>
          </p:cNvPr>
          <p:cNvSpPr txBox="1"/>
          <p:nvPr userDrawn="1"/>
        </p:nvSpPr>
        <p:spPr>
          <a:xfrm>
            <a:off x="1080002" y="540003"/>
            <a:ext cx="2121117" cy="6154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defTabSz="1177226">
              <a:lnSpc>
                <a:spcPct val="100000"/>
              </a:lnSpc>
              <a:spcBef>
                <a:spcPct val="0"/>
              </a:spcBef>
              <a:buNone/>
              <a:defRPr sz="4000" b="1" cap="none" baseline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nl-NL" sz="3999" dirty="0">
                <a:latin typeface="Calibri Light" panose="020F0302020204030204" pitchFamily="34" charset="0"/>
                <a:cs typeface="Calibri Light" panose="020F0302020204030204" pitchFamily="34" charset="0"/>
              </a:rPr>
              <a:t>Tips</a:t>
            </a:r>
          </a:p>
        </p:txBody>
      </p:sp>
      <p:grpSp>
        <p:nvGrpSpPr>
          <p:cNvPr id="122" name="Tip Nieuwe dia">
            <a:extLst>
              <a:ext uri="{FF2B5EF4-FFF2-40B4-BE49-F238E27FC236}">
                <a16:creationId xmlns:a16="http://schemas.microsoft.com/office/drawing/2014/main" id="{2F3A47AE-5DF6-4111-8B0C-0399D4275924}"/>
              </a:ext>
            </a:extLst>
          </p:cNvPr>
          <p:cNvGrpSpPr/>
          <p:nvPr userDrawn="1"/>
        </p:nvGrpSpPr>
        <p:grpSpPr>
          <a:xfrm>
            <a:off x="1114089" y="1391510"/>
            <a:ext cx="2304000" cy="2723826"/>
            <a:chOff x="-2545133" y="2057057"/>
            <a:chExt cx="2304000" cy="2723826"/>
          </a:xfrm>
        </p:grpSpPr>
        <p:sp>
          <p:nvSpPr>
            <p:cNvPr id="123" name="Tip tekst">
              <a:extLst>
                <a:ext uri="{FF2B5EF4-FFF2-40B4-BE49-F238E27FC236}">
                  <a16:creationId xmlns:a16="http://schemas.microsoft.com/office/drawing/2014/main" id="{76D67B95-38B3-4D3A-AEA9-4A12D55E48B7}"/>
                </a:ext>
              </a:extLst>
            </p:cNvPr>
            <p:cNvSpPr txBox="1"/>
            <p:nvPr userDrawn="1"/>
          </p:nvSpPr>
          <p:spPr>
            <a:xfrm>
              <a:off x="-2545133" y="2057057"/>
              <a:ext cx="2304000" cy="24237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Nieuwe</a:t>
              </a:r>
              <a:r>
                <a:rPr lang="nl-NL" sz="1050" b="1" baseline="0" noProof="1">
                  <a:solidFill>
                    <a:schemeClr val="tx2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dia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</a:t>
              </a:r>
              <a:r>
                <a:rPr lang="nl-NL" sz="1050" u="sng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het tekstje onder 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het pictogram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Nieuwe dia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="1" baseline="0" noProof="1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endParaRPr lang="nl-NL" sz="1050" b="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op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Indeling</a:t>
              </a:r>
              <a:r>
                <a:rPr lang="nl-NL" sz="1050" b="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</p:txBody>
        </p:sp>
        <p:pic>
          <p:nvPicPr>
            <p:cNvPr id="124" name="Icon Nieuwe dia">
              <a:extLst>
                <a:ext uri="{FF2B5EF4-FFF2-40B4-BE49-F238E27FC236}">
                  <a16:creationId xmlns:a16="http://schemas.microsoft.com/office/drawing/2014/main" id="{7514B464-40D9-4395-B242-8B1A8E5A62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-2003707" y="2776092"/>
              <a:ext cx="495369" cy="762106"/>
            </a:xfrm>
            <a:prstGeom prst="rect">
              <a:avLst/>
            </a:prstGeom>
          </p:spPr>
        </p:pic>
        <p:sp>
          <p:nvSpPr>
            <p:cNvPr id="125" name="Pijl">
              <a:extLst>
                <a:ext uri="{FF2B5EF4-FFF2-40B4-BE49-F238E27FC236}">
                  <a16:creationId xmlns:a16="http://schemas.microsoft.com/office/drawing/2014/main" id="{764757AD-2B56-4485-A16B-AA17D099C223}"/>
                </a:ext>
              </a:extLst>
            </p:cNvPr>
            <p:cNvSpPr/>
            <p:nvPr userDrawn="1"/>
          </p:nvSpPr>
          <p:spPr>
            <a:xfrm>
              <a:off x="-1498911" y="3213945"/>
              <a:ext cx="606634" cy="181070"/>
            </a:xfrm>
            <a:prstGeom prst="lef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100" dirty="0">
                <a:solidFill>
                  <a:schemeClr val="tx1"/>
                </a:solidFill>
              </a:endParaRPr>
            </a:p>
          </p:txBody>
        </p:sp>
        <p:pic>
          <p:nvPicPr>
            <p:cNvPr id="126" name="Icon Indeling">
              <a:extLst>
                <a:ext uri="{FF2B5EF4-FFF2-40B4-BE49-F238E27FC236}">
                  <a16:creationId xmlns:a16="http://schemas.microsoft.com/office/drawing/2014/main" id="{087A846B-EA89-4B54-A854-EC14B13707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-2052470" y="4552251"/>
              <a:ext cx="838317" cy="228632"/>
            </a:xfrm>
            <a:prstGeom prst="rect">
              <a:avLst/>
            </a:prstGeom>
          </p:spPr>
        </p:pic>
        <p:cxnSp>
          <p:nvCxnSpPr>
            <p:cNvPr id="127" name="Lijn">
              <a:extLst>
                <a:ext uri="{FF2B5EF4-FFF2-40B4-BE49-F238E27FC236}">
                  <a16:creationId xmlns:a16="http://schemas.microsoft.com/office/drawing/2014/main" id="{EEEAE59C-FEF7-4ADA-9FDC-3CE8BDF07E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45133" y="224955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Lijn">
              <a:extLst>
                <a:ext uri="{FF2B5EF4-FFF2-40B4-BE49-F238E27FC236}">
                  <a16:creationId xmlns:a16="http://schemas.microsoft.com/office/drawing/2014/main" id="{DCE5BD24-CCFA-4DB5-A414-B10E7DB9B6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45133" y="4186876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Tip Tekst opmaken">
            <a:extLst>
              <a:ext uri="{FF2B5EF4-FFF2-40B4-BE49-F238E27FC236}">
                <a16:creationId xmlns:a16="http://schemas.microsoft.com/office/drawing/2014/main" id="{72553A87-E6DE-4AC8-ADFF-F96D4DE43FE9}"/>
              </a:ext>
            </a:extLst>
          </p:cNvPr>
          <p:cNvGrpSpPr/>
          <p:nvPr userDrawn="1"/>
        </p:nvGrpSpPr>
        <p:grpSpPr>
          <a:xfrm>
            <a:off x="3908090" y="1391508"/>
            <a:ext cx="2304000" cy="4074985"/>
            <a:chOff x="-2564091" y="1731373"/>
            <a:chExt cx="2304000" cy="4074985"/>
          </a:xfrm>
        </p:grpSpPr>
        <p:sp>
          <p:nvSpPr>
            <p:cNvPr id="130" name="Tip tekst">
              <a:extLst>
                <a:ext uri="{FF2B5EF4-FFF2-40B4-BE49-F238E27FC236}">
                  <a16:creationId xmlns:a16="http://schemas.microsoft.com/office/drawing/2014/main" id="{D7BB2FFC-8DBF-407F-8DB2-3AA87503BAF7}"/>
                </a:ext>
              </a:extLst>
            </p:cNvPr>
            <p:cNvSpPr txBox="1"/>
            <p:nvPr userDrawn="1"/>
          </p:nvSpPr>
          <p:spPr>
            <a:xfrm>
              <a:off x="-2564091" y="1731373"/>
              <a:ext cx="2304000" cy="38779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Tekst opmaken</a:t>
              </a:r>
            </a:p>
            <a:p>
              <a:pPr>
                <a:lnSpc>
                  <a:spcPct val="100000"/>
                </a:lnSpc>
              </a:pPr>
              <a:endParaRPr lang="nl-NL" sz="1050" cap="all" baseline="0" noProof="1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 tekstkaders zijn vijf stijlen ingesteld: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Je kiest een stijl door </a:t>
              </a:r>
              <a:r>
                <a:rPr lang="nl-NL" sz="1050" i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aan het begin van een alinea 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of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[Shift]+[Tab]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te drukken: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Met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kies je de </a:t>
              </a:r>
              <a:r>
                <a:rPr lang="nl-NL" sz="1050" u="sng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volgende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stijl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Met </a:t>
              </a:r>
              <a:r>
                <a:rPr lang="nl-NL" sz="1050" b="1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[Shift]+[Tab]</a:t>
              </a: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kies je de </a:t>
              </a:r>
              <a:r>
                <a:rPr lang="nl-NL" sz="1050" u="sng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vorige</a:t>
              </a:r>
              <a:r>
                <a:rPr lang="nl-NL" sz="105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stijl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r>
                <a:rPr lang="nl-NL" sz="105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Je kunt meerdere ‘sprongen’ tegelijk voor- of achteruit maken als je b.v. van stijl 1 naar stijl 4 wilt gaan. Je drukt dan aan het begin van een alinea meerdere keren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[Tab]</a:t>
              </a:r>
              <a:r>
                <a:rPr lang="nl-NL" sz="105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of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[Shift]+[Tab].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1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8294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1" i="1" u="none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Tip</a:t>
              </a:r>
              <a:r>
                <a:rPr lang="nl-NL" sz="1050" b="1" i="1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</a:t>
              </a:r>
              <a:r>
                <a:rPr lang="nl-NL" sz="1050" b="0" i="1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 plaats van de Tab-toets kun je ook deze knoppen gebruiken (op de Start-tab):</a:t>
              </a:r>
            </a:p>
          </p:txBody>
        </p:sp>
        <p:pic>
          <p:nvPicPr>
            <p:cNvPr id="131" name="Icon Inspringen">
              <a:extLst>
                <a:ext uri="{FF2B5EF4-FFF2-40B4-BE49-F238E27FC236}">
                  <a16:creationId xmlns:a16="http://schemas.microsoft.com/office/drawing/2014/main" id="{CF43F927-00B0-4D5B-B697-0D4CC3EA58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63475" y="5628215"/>
              <a:ext cx="419158" cy="178143"/>
            </a:xfrm>
            <a:prstGeom prst="rect">
              <a:avLst/>
            </a:prstGeom>
          </p:spPr>
        </p:pic>
        <p:cxnSp>
          <p:nvCxnSpPr>
            <p:cNvPr id="132" name="Lijn">
              <a:extLst>
                <a:ext uri="{FF2B5EF4-FFF2-40B4-BE49-F238E27FC236}">
                  <a16:creationId xmlns:a16="http://schemas.microsoft.com/office/drawing/2014/main" id="{55783685-606D-41B5-B8A6-C63AC95E38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564091" y="1923866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Tip Foto instellen">
            <a:extLst>
              <a:ext uri="{FF2B5EF4-FFF2-40B4-BE49-F238E27FC236}">
                <a16:creationId xmlns:a16="http://schemas.microsoft.com/office/drawing/2014/main" id="{36DEFC1B-2E82-48C4-A6CC-F2001A75A195}"/>
              </a:ext>
            </a:extLst>
          </p:cNvPr>
          <p:cNvGrpSpPr/>
          <p:nvPr userDrawn="1"/>
        </p:nvGrpSpPr>
        <p:grpSpPr>
          <a:xfrm>
            <a:off x="6641622" y="1391508"/>
            <a:ext cx="2304000" cy="5009064"/>
            <a:chOff x="6633481" y="1391507"/>
            <a:chExt cx="2304000" cy="5009064"/>
          </a:xfrm>
        </p:grpSpPr>
        <p:sp>
          <p:nvSpPr>
            <p:cNvPr id="135" name="Tip tekst">
              <a:extLst>
                <a:ext uri="{FF2B5EF4-FFF2-40B4-BE49-F238E27FC236}">
                  <a16:creationId xmlns:a16="http://schemas.microsoft.com/office/drawing/2014/main" id="{DAFF4126-7BC9-40F2-A4AD-0897615BC5FC}"/>
                </a:ext>
              </a:extLst>
            </p:cNvPr>
            <p:cNvSpPr txBox="1"/>
            <p:nvPr userDrawn="1"/>
          </p:nvSpPr>
          <p:spPr>
            <a:xfrm>
              <a:off x="6633481" y="1391507"/>
              <a:ext cx="2304000" cy="50090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algn="l" defTabSz="531979" rtl="0" eaLnBrk="1" latinLnBrk="0" hangingPunct="1">
                <a:lnSpc>
                  <a:spcPct val="100000"/>
                </a:lnSpc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Foto instellen</a:t>
              </a:r>
            </a:p>
            <a:p>
              <a:pPr marL="0" algn="l" defTabSz="531979" rtl="0" eaLnBrk="1" latinLnBrk="0" hangingPunct="1">
                <a:lnSpc>
                  <a:spcPct val="100000"/>
                </a:lnSpc>
              </a:pPr>
              <a:endParaRPr lang="nl-NL" sz="1050" b="0" kern="1200" cap="none" baseline="0" noProof="1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Een fotokader wordt altijd vanuit het midden van de gekozen foto gevuld. </a:t>
              </a:r>
            </a:p>
            <a:p>
              <a:pPr>
                <a:lnSpc>
                  <a:spcPct val="100000"/>
                </a:lnSpc>
              </a:pPr>
              <a:endParaRPr lang="nl-NL" sz="1050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Als je een ander gedeelte van de foto wilt zien, gebruik je de functie ‘bijsnijden’: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de foto.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Afbeeldingsopmaak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 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Bijsnijden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Nu kun je de foto bewegen en daarmee het gewenste deel in beeld schuiven. Ook kun je de foto vergroten/ verkleinen door met de ronde witte greepjes in de hoeken te slepen.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naast het kader om de bijsnijden-functie te verlaten.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 algn="l" defTabSz="531979" rtl="0" eaLnBrk="1" latinLnBrk="0" hangingPunct="1">
                <a:lnSpc>
                  <a:spcPct val="100000"/>
                </a:lnSpc>
                <a:buFont typeface="Calibri" panose="020B0604020202020204" pitchFamily="34" charset="0"/>
                <a:buNone/>
              </a:pPr>
              <a:r>
                <a:rPr lang="nl-NL" sz="1050" b="1" kern="1200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Andere foto kiezen</a:t>
              </a:r>
            </a:p>
            <a:p>
              <a:pPr marL="0" indent="0" algn="l" defTabSz="531979" rtl="0" eaLnBrk="1" latinLnBrk="0" hangingPunct="1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kern="1200" cap="none" baseline="0" noProof="1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Selecteer de foto.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Druk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[Delete]</a:t>
              </a: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Opnieuw instellen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8294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1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Kies een nieuwe foto volgens de aanwijzingen.</a:t>
              </a:r>
            </a:p>
          </p:txBody>
        </p:sp>
        <p:cxnSp>
          <p:nvCxnSpPr>
            <p:cNvPr id="136" name="Lijn">
              <a:extLst>
                <a:ext uri="{FF2B5EF4-FFF2-40B4-BE49-F238E27FC236}">
                  <a16:creationId xmlns:a16="http://schemas.microsoft.com/office/drawing/2014/main" id="{A8E43A82-FA65-4B50-9828-C4740E9E74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33481" y="158400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Lijn">
              <a:extLst>
                <a:ext uri="{FF2B5EF4-FFF2-40B4-BE49-F238E27FC236}">
                  <a16:creationId xmlns:a16="http://schemas.microsoft.com/office/drawing/2014/main" id="{0150E791-AE56-48CE-BD8B-44B868408D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33481" y="5127989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8" name="Icon Bijsnijden" descr="Afbeelding met tafel&#10;&#10;Automatisch gegenereerde beschrijving">
              <a:extLst>
                <a:ext uri="{FF2B5EF4-FFF2-40B4-BE49-F238E27FC236}">
                  <a16:creationId xmlns:a16="http://schemas.microsoft.com/office/drawing/2014/main" id="{4B64F629-3218-474E-A1F5-909319BB8D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6542" y="2948859"/>
              <a:ext cx="562053" cy="724001"/>
            </a:xfrm>
            <a:prstGeom prst="rect">
              <a:avLst/>
            </a:prstGeom>
          </p:spPr>
        </p:pic>
        <p:pic>
          <p:nvPicPr>
            <p:cNvPr id="139" name="Icon Opnieuw instellen">
              <a:extLst>
                <a:ext uri="{FF2B5EF4-FFF2-40B4-BE49-F238E27FC236}">
                  <a16:creationId xmlns:a16="http://schemas.microsoft.com/office/drawing/2014/main" id="{ECEAD7ED-CCA4-47A3-9804-4095FAD53D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2014" y="5743449"/>
              <a:ext cx="1181265" cy="257211"/>
            </a:xfrm>
            <a:prstGeom prst="rect">
              <a:avLst/>
            </a:prstGeom>
          </p:spPr>
        </p:pic>
      </p:grpSp>
      <p:grpSp>
        <p:nvGrpSpPr>
          <p:cNvPr id="140" name="Tip Dia herstellen">
            <a:extLst>
              <a:ext uri="{FF2B5EF4-FFF2-40B4-BE49-F238E27FC236}">
                <a16:creationId xmlns:a16="http://schemas.microsoft.com/office/drawing/2014/main" id="{50F5CC48-804D-426E-8495-1935FB72D7E5}"/>
              </a:ext>
            </a:extLst>
          </p:cNvPr>
          <p:cNvGrpSpPr/>
          <p:nvPr userDrawn="1"/>
        </p:nvGrpSpPr>
        <p:grpSpPr>
          <a:xfrm>
            <a:off x="9375155" y="1391510"/>
            <a:ext cx="2304000" cy="4201150"/>
            <a:chOff x="9375155" y="1391507"/>
            <a:chExt cx="2304000" cy="4201150"/>
          </a:xfrm>
        </p:grpSpPr>
        <p:sp>
          <p:nvSpPr>
            <p:cNvPr id="141" name="Tip tekst">
              <a:extLst>
                <a:ext uri="{FF2B5EF4-FFF2-40B4-BE49-F238E27FC236}">
                  <a16:creationId xmlns:a16="http://schemas.microsoft.com/office/drawing/2014/main" id="{F03604F6-D217-4100-8DC7-447C5DF07B76}"/>
                </a:ext>
              </a:extLst>
            </p:cNvPr>
            <p:cNvSpPr txBox="1"/>
            <p:nvPr userDrawn="1"/>
          </p:nvSpPr>
          <p:spPr>
            <a:xfrm>
              <a:off x="9375155" y="1391507"/>
              <a:ext cx="2304000" cy="42011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50" b="1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Dia herstellen</a:t>
              </a:r>
            </a:p>
            <a:p>
              <a:pPr>
                <a:lnSpc>
                  <a:spcPct val="100000"/>
                </a:lnSpc>
              </a:pPr>
              <a:endParaRPr lang="nl-NL" sz="1050" b="0" cap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Als de dia-elementen niet (meer) op de juiste manier (over elkaar) liggen kun je de dia-indeling herstellen:</a:t>
              </a: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sng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Stap 1:</a:t>
              </a: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Verwijder eerst de bijsnijdingen van foto’s op deze dia (anders raken ze in STAP 2 verloren): </a:t>
              </a:r>
            </a:p>
            <a:p>
              <a:pPr marL="143991" marR="0" lvl="1" indent="-143991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Klik op de foto. </a:t>
              </a:r>
            </a:p>
            <a:p>
              <a:pPr marL="143991" marR="0" lvl="1" indent="-143991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Afbeeldingsopmaak</a:t>
              </a: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: klik op </a:t>
              </a:r>
              <a:r>
                <a:rPr lang="nl-NL" sz="1050" b="1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Afbeeldingen comprimeren</a:t>
              </a:r>
              <a:r>
                <a:rPr lang="nl-NL" sz="1050" b="0" i="0" u="none" kern="1200" baseline="0" noProof="1">
                  <a:solidFill>
                    <a:schemeClr val="tx1"/>
                  </a:solidFill>
                  <a:latin typeface="Calibri Light" panose="020F0302020204030204" pitchFamily="34" charset="0"/>
                  <a:ea typeface="+mn-ea"/>
                  <a:cs typeface="Calibri Light" panose="020F0302020204030204" pitchFamily="34" charset="0"/>
                </a:rPr>
                <a:t>:</a:t>
              </a: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Selecteer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Bijgesneden gebieden van afbeeldingen verwijderen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en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Standaardresolutie gebruiken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.</a:t>
              </a:r>
            </a:p>
            <a:p>
              <a:pPr marL="143991" marR="0" lvl="0" indent="-143991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85000"/>
                <a:buFont typeface="Calibri" panose="020B0604020202020204" pitchFamily="34" charset="0"/>
                <a:buChar char="•"/>
                <a:tabLst/>
                <a:defRPr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Sluit af met een 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OK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.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5319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r>
                <a:rPr lang="nl-NL" sz="1050" b="0" i="0" u="sng" cap="all" baseline="0" noProof="1">
                  <a:solidFill>
                    <a:schemeClr val="accent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Stap 2:</a:t>
              </a:r>
            </a:p>
            <a:p>
              <a:pPr marL="143991" indent="-143991">
                <a:lnSpc>
                  <a:spcPct val="100000"/>
                </a:lnSpc>
                <a:buSzPct val="85000"/>
                <a:buFont typeface="Calibri" panose="020B0604020202020204" pitchFamily="34" charset="0"/>
                <a:buChar char="•"/>
              </a:pP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 tab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Start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klik op </a:t>
              </a:r>
              <a:r>
                <a:rPr lang="nl-NL" sz="1050" b="1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Opnieuw instellen</a:t>
              </a:r>
              <a:r>
                <a:rPr lang="nl-NL" sz="1050" b="0" i="0" u="none" baseline="0" noProof="1">
                  <a:solidFill>
                    <a:schemeClr val="tx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:</a:t>
              </a: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indent="0">
                <a:lnSpc>
                  <a:spcPct val="100000"/>
                </a:lnSpc>
                <a:buFont typeface="Calibri" panose="020B0604020202020204" pitchFamily="34" charset="0"/>
                <a:buNone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marL="0" marR="0" lvl="0" indent="0" algn="l" defTabSz="13779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alibri" panose="020B0604020202020204" pitchFamily="34" charset="0"/>
                <a:buNone/>
                <a:tabLst/>
                <a:defRPr/>
              </a:pPr>
              <a:endParaRPr lang="nl-NL" sz="1050" b="0" i="0" u="none" baseline="0" noProof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cxnSp>
          <p:nvCxnSpPr>
            <p:cNvPr id="142" name="Lijn">
              <a:extLst>
                <a:ext uri="{FF2B5EF4-FFF2-40B4-BE49-F238E27FC236}">
                  <a16:creationId xmlns:a16="http://schemas.microsoft.com/office/drawing/2014/main" id="{ECE3DE52-C3EA-4DC1-B3F9-EEA3DBCEEE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75155" y="1584000"/>
              <a:ext cx="2304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3" name="Icon Afbeeldingen comprimeren">
              <a:extLst>
                <a:ext uri="{FF2B5EF4-FFF2-40B4-BE49-F238E27FC236}">
                  <a16:creationId xmlns:a16="http://schemas.microsoft.com/office/drawing/2014/main" id="{242BF795-21CD-4CB0-B783-A5078CF86B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>
            <a:xfrm>
              <a:off x="9511434" y="3464874"/>
              <a:ext cx="1705213" cy="228632"/>
            </a:xfrm>
            <a:prstGeom prst="rect">
              <a:avLst/>
            </a:prstGeom>
          </p:spPr>
        </p:pic>
        <p:pic>
          <p:nvPicPr>
            <p:cNvPr id="144" name="Icon Opnieuw instellen">
              <a:extLst>
                <a:ext uri="{FF2B5EF4-FFF2-40B4-BE49-F238E27FC236}">
                  <a16:creationId xmlns:a16="http://schemas.microsoft.com/office/drawing/2014/main" id="{0F159EE5-0DB6-44B4-B1E3-B600765D8F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8170" y="4937066"/>
              <a:ext cx="1181265" cy="257211"/>
            </a:xfrm>
            <a:prstGeom prst="rect">
              <a:avLst/>
            </a:prstGeom>
          </p:spPr>
        </p:pic>
      </p:grpSp>
      <p:pic>
        <p:nvPicPr>
          <p:cNvPr id="4" name="Afbeelding 3" descr="Afbeelding met tekst, Lettertype, schermopname&#10;&#10;Door AI gegenereerde inhoud is mogelijk onjuist.">
            <a:extLst>
              <a:ext uri="{FF2B5EF4-FFF2-40B4-BE49-F238E27FC236}">
                <a16:creationId xmlns:a16="http://schemas.microsoft.com/office/drawing/2014/main" id="{EB125E3B-BC36-AEAF-6F4F-43A69E0F496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996578" y="1954806"/>
            <a:ext cx="1762872" cy="92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0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A695E97-E81D-47E4-80CF-147B3DC19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17916"/>
            <a:ext cx="11124472" cy="6771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47F71B1-1C01-4998-8E45-AB4E3B69C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932939"/>
            <a:ext cx="11124472" cy="40604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/>
              <a:t>Eerste niveau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 (herhaling vanaf hier)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0365BCA-B91B-4871-85F3-D39D03E40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0361" y="6109428"/>
            <a:ext cx="378000" cy="378000"/>
          </a:xfrm>
          <a:prstGeom prst="ellipse">
            <a:avLst/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fld id="{3CB85E5D-8611-4DC1-B375-AD1E4C05477C}" type="slidenum">
              <a:rPr lang="nl-NL" smtClean="0"/>
              <a:pPr/>
              <a:t>‹nr.›</a:t>
            </a:fld>
            <a:endParaRPr lang="nl-NL" b="1" dirty="0"/>
          </a:p>
        </p:txBody>
      </p:sp>
      <p:sp>
        <p:nvSpPr>
          <p:cNvPr id="7" name="Kleur Tekst 1">
            <a:extLst>
              <a:ext uri="{FF2B5EF4-FFF2-40B4-BE49-F238E27FC236}">
                <a16:creationId xmlns:a16="http://schemas.microsoft.com/office/drawing/2014/main" id="{1FBAD8A7-FD38-FCCB-2B2F-CE2580F0D4A3}"/>
              </a:ext>
            </a:extLst>
          </p:cNvPr>
          <p:cNvSpPr/>
          <p:nvPr userDrawn="1"/>
        </p:nvSpPr>
        <p:spPr>
          <a:xfrm>
            <a:off x="2256" y="-509688"/>
            <a:ext cx="360000" cy="39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Kleur Tekst 2">
            <a:extLst>
              <a:ext uri="{FF2B5EF4-FFF2-40B4-BE49-F238E27FC236}">
                <a16:creationId xmlns:a16="http://schemas.microsoft.com/office/drawing/2014/main" id="{F8492B25-3DE8-C7F9-0969-A5F01821BAF7}"/>
              </a:ext>
            </a:extLst>
          </p:cNvPr>
          <p:cNvSpPr/>
          <p:nvPr userDrawn="1"/>
        </p:nvSpPr>
        <p:spPr>
          <a:xfrm>
            <a:off x="518391" y="-512088"/>
            <a:ext cx="360000" cy="39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Kleur Accent 1">
            <a:extLst>
              <a:ext uri="{FF2B5EF4-FFF2-40B4-BE49-F238E27FC236}">
                <a16:creationId xmlns:a16="http://schemas.microsoft.com/office/drawing/2014/main" id="{B804B3F4-F137-AD70-A020-74C207493D25}"/>
              </a:ext>
            </a:extLst>
          </p:cNvPr>
          <p:cNvSpPr/>
          <p:nvPr userDrawn="1"/>
        </p:nvSpPr>
        <p:spPr>
          <a:xfrm>
            <a:off x="1031350" y="-509688"/>
            <a:ext cx="360000" cy="39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Kleur Accent 2">
            <a:extLst>
              <a:ext uri="{FF2B5EF4-FFF2-40B4-BE49-F238E27FC236}">
                <a16:creationId xmlns:a16="http://schemas.microsoft.com/office/drawing/2014/main" id="{DB02A57E-CE0C-99A0-EC81-BF46C87C07FD}"/>
              </a:ext>
            </a:extLst>
          </p:cNvPr>
          <p:cNvSpPr/>
          <p:nvPr userDrawn="1"/>
        </p:nvSpPr>
        <p:spPr>
          <a:xfrm>
            <a:off x="1545897" y="-509688"/>
            <a:ext cx="360000" cy="39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Kleur Accent 3">
            <a:extLst>
              <a:ext uri="{FF2B5EF4-FFF2-40B4-BE49-F238E27FC236}">
                <a16:creationId xmlns:a16="http://schemas.microsoft.com/office/drawing/2014/main" id="{36DFE53B-09D9-3B84-AF97-C3D8F7682B8C}"/>
              </a:ext>
            </a:extLst>
          </p:cNvPr>
          <p:cNvSpPr/>
          <p:nvPr userDrawn="1"/>
        </p:nvSpPr>
        <p:spPr>
          <a:xfrm>
            <a:off x="2060444" y="-509688"/>
            <a:ext cx="360000" cy="39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Kleur Accent 4">
            <a:extLst>
              <a:ext uri="{FF2B5EF4-FFF2-40B4-BE49-F238E27FC236}">
                <a16:creationId xmlns:a16="http://schemas.microsoft.com/office/drawing/2014/main" id="{015CA806-7F55-B37D-FB95-88F84992CE2F}"/>
              </a:ext>
            </a:extLst>
          </p:cNvPr>
          <p:cNvSpPr/>
          <p:nvPr userDrawn="1"/>
        </p:nvSpPr>
        <p:spPr>
          <a:xfrm>
            <a:off x="2574991" y="-509688"/>
            <a:ext cx="360000" cy="3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Kleur Accent 5">
            <a:extLst>
              <a:ext uri="{FF2B5EF4-FFF2-40B4-BE49-F238E27FC236}">
                <a16:creationId xmlns:a16="http://schemas.microsoft.com/office/drawing/2014/main" id="{070DF3B3-F257-DD12-9598-3CAF5682A814}"/>
              </a:ext>
            </a:extLst>
          </p:cNvPr>
          <p:cNvSpPr/>
          <p:nvPr userDrawn="1"/>
        </p:nvSpPr>
        <p:spPr>
          <a:xfrm>
            <a:off x="3089538" y="-509688"/>
            <a:ext cx="360000" cy="39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Kleur Accent 6">
            <a:extLst>
              <a:ext uri="{FF2B5EF4-FFF2-40B4-BE49-F238E27FC236}">
                <a16:creationId xmlns:a16="http://schemas.microsoft.com/office/drawing/2014/main" id="{8DFF11EF-1A2F-98BC-12F7-AB8C82494ABC}"/>
              </a:ext>
            </a:extLst>
          </p:cNvPr>
          <p:cNvSpPr/>
          <p:nvPr userDrawn="1"/>
        </p:nvSpPr>
        <p:spPr>
          <a:xfrm>
            <a:off x="3604083" y="-509688"/>
            <a:ext cx="360000" cy="39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005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6" r:id="rId4"/>
    <p:sldLayoutId id="2147483670" r:id="rId5"/>
    <p:sldLayoutId id="2147483659" r:id="rId6"/>
    <p:sldLayoutId id="2147483658" r:id="rId7"/>
    <p:sldLayoutId id="2147483660" r:id="rId8"/>
    <p:sldLayoutId id="2147483667" r:id="rId9"/>
    <p:sldLayoutId id="2147483668" r:id="rId10"/>
    <p:sldLayoutId id="2147483669" r:id="rId11"/>
    <p:sldLayoutId id="2147483654" r:id="rId1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85000"/>
        </a:lnSpc>
        <a:spcBef>
          <a:spcPts val="0"/>
        </a:spcBef>
        <a:buClr>
          <a:schemeClr val="accent2"/>
        </a:buClr>
        <a:buSzPct val="11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74638" algn="l" defTabSz="914400" rtl="0" eaLnBrk="1" latinLnBrk="0" hangingPunct="1">
        <a:lnSpc>
          <a:spcPct val="85000"/>
        </a:lnSpc>
        <a:spcBef>
          <a:spcPts val="0"/>
        </a:spcBef>
        <a:buClr>
          <a:schemeClr val="accent2"/>
        </a:buClr>
        <a:buFont typeface="Calibri" panose="020F050202020403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06450" indent="-266700" algn="l" defTabSz="914400" rtl="0" eaLnBrk="1" latinLnBrk="0" hangingPunct="1">
        <a:lnSpc>
          <a:spcPct val="85000"/>
        </a:lnSpc>
        <a:spcBef>
          <a:spcPts val="0"/>
        </a:spcBef>
        <a:buClr>
          <a:schemeClr val="accent2"/>
        </a:buClr>
        <a:buFont typeface="Calibri" panose="020F050202020403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5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85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2400" b="1" kern="1200">
          <a:solidFill>
            <a:schemeClr val="accent2"/>
          </a:solidFill>
          <a:latin typeface="+mj-lt"/>
          <a:ea typeface="+mn-ea"/>
          <a:cs typeface="+mn-cs"/>
        </a:defRPr>
      </a:lvl5pPr>
      <a:lvl6pPr marL="266700" indent="-266700" algn="l" defTabSz="914400" rtl="0" eaLnBrk="1" latinLnBrk="0" hangingPunct="1">
        <a:lnSpc>
          <a:spcPct val="85000"/>
        </a:lnSpc>
        <a:spcBef>
          <a:spcPts val="0"/>
        </a:spcBef>
        <a:buClr>
          <a:schemeClr val="accent2"/>
        </a:buClr>
        <a:buSzPct val="11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541338" indent="-274638" algn="l" defTabSz="914400" rtl="0" eaLnBrk="1" latinLnBrk="0" hangingPunct="1">
        <a:lnSpc>
          <a:spcPct val="85000"/>
        </a:lnSpc>
        <a:spcBef>
          <a:spcPts val="0"/>
        </a:spcBef>
        <a:buClr>
          <a:schemeClr val="accent2"/>
        </a:buClr>
        <a:buFont typeface="Calibri" panose="020F050202020403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806450" indent="-266700" algn="l" defTabSz="914400" rtl="0" eaLnBrk="1" latinLnBrk="0" hangingPunct="1">
        <a:lnSpc>
          <a:spcPct val="85000"/>
        </a:lnSpc>
        <a:spcBef>
          <a:spcPts val="0"/>
        </a:spcBef>
        <a:buClr>
          <a:schemeClr val="accent2"/>
        </a:buClr>
        <a:buFont typeface="Calibri" panose="020F0502020204030204" pitchFamily="34" charset="0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85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9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leur Tekst 1">
            <a:extLst>
              <a:ext uri="{FF2B5EF4-FFF2-40B4-BE49-F238E27FC236}">
                <a16:creationId xmlns:a16="http://schemas.microsoft.com/office/drawing/2014/main" id="{EB042BF6-45B1-138A-EDBD-171130F145CB}"/>
              </a:ext>
            </a:extLst>
          </p:cNvPr>
          <p:cNvSpPr/>
          <p:nvPr userDrawn="1"/>
        </p:nvSpPr>
        <p:spPr>
          <a:xfrm>
            <a:off x="2256" y="-509688"/>
            <a:ext cx="360000" cy="39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Kleur Tekst 2">
            <a:extLst>
              <a:ext uri="{FF2B5EF4-FFF2-40B4-BE49-F238E27FC236}">
                <a16:creationId xmlns:a16="http://schemas.microsoft.com/office/drawing/2014/main" id="{AF3EB20D-CB8D-B99C-D93C-245AA42B5FC0}"/>
              </a:ext>
            </a:extLst>
          </p:cNvPr>
          <p:cNvSpPr/>
          <p:nvPr userDrawn="1"/>
        </p:nvSpPr>
        <p:spPr>
          <a:xfrm>
            <a:off x="516803" y="-509688"/>
            <a:ext cx="360000" cy="39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Kleur Accent 1">
            <a:extLst>
              <a:ext uri="{FF2B5EF4-FFF2-40B4-BE49-F238E27FC236}">
                <a16:creationId xmlns:a16="http://schemas.microsoft.com/office/drawing/2014/main" id="{68275853-D0E5-FC24-2B03-CEF06AC00350}"/>
              </a:ext>
            </a:extLst>
          </p:cNvPr>
          <p:cNvSpPr/>
          <p:nvPr userDrawn="1"/>
        </p:nvSpPr>
        <p:spPr>
          <a:xfrm>
            <a:off x="1031350" y="-509688"/>
            <a:ext cx="360000" cy="39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Kleur Accent 2">
            <a:extLst>
              <a:ext uri="{FF2B5EF4-FFF2-40B4-BE49-F238E27FC236}">
                <a16:creationId xmlns:a16="http://schemas.microsoft.com/office/drawing/2014/main" id="{48338CE5-5398-66B8-5492-8F82E0CBC54D}"/>
              </a:ext>
            </a:extLst>
          </p:cNvPr>
          <p:cNvSpPr/>
          <p:nvPr userDrawn="1"/>
        </p:nvSpPr>
        <p:spPr>
          <a:xfrm>
            <a:off x="1545897" y="-509688"/>
            <a:ext cx="360000" cy="39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Kleur Accent 3">
            <a:extLst>
              <a:ext uri="{FF2B5EF4-FFF2-40B4-BE49-F238E27FC236}">
                <a16:creationId xmlns:a16="http://schemas.microsoft.com/office/drawing/2014/main" id="{BCC4AA28-437D-FC6D-AD52-A050E7C352DA}"/>
              </a:ext>
            </a:extLst>
          </p:cNvPr>
          <p:cNvSpPr/>
          <p:nvPr userDrawn="1"/>
        </p:nvSpPr>
        <p:spPr>
          <a:xfrm>
            <a:off x="2060444" y="-509688"/>
            <a:ext cx="360000" cy="39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Kleur Accent 4">
            <a:extLst>
              <a:ext uri="{FF2B5EF4-FFF2-40B4-BE49-F238E27FC236}">
                <a16:creationId xmlns:a16="http://schemas.microsoft.com/office/drawing/2014/main" id="{3DB232F7-FFBD-7237-AAF7-C1AE490F32C5}"/>
              </a:ext>
            </a:extLst>
          </p:cNvPr>
          <p:cNvSpPr/>
          <p:nvPr userDrawn="1"/>
        </p:nvSpPr>
        <p:spPr>
          <a:xfrm>
            <a:off x="2574991" y="-509688"/>
            <a:ext cx="360000" cy="3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Kleur Accent 5">
            <a:extLst>
              <a:ext uri="{FF2B5EF4-FFF2-40B4-BE49-F238E27FC236}">
                <a16:creationId xmlns:a16="http://schemas.microsoft.com/office/drawing/2014/main" id="{2AFDB9CC-5EAE-007B-5136-469D5F95A620}"/>
              </a:ext>
            </a:extLst>
          </p:cNvPr>
          <p:cNvSpPr/>
          <p:nvPr userDrawn="1"/>
        </p:nvSpPr>
        <p:spPr>
          <a:xfrm>
            <a:off x="3089538" y="-509688"/>
            <a:ext cx="360000" cy="39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Kleur Accent 6">
            <a:extLst>
              <a:ext uri="{FF2B5EF4-FFF2-40B4-BE49-F238E27FC236}">
                <a16:creationId xmlns:a16="http://schemas.microsoft.com/office/drawing/2014/main" id="{384BCB0A-4820-8D57-1AA2-D6332A10636C}"/>
              </a:ext>
            </a:extLst>
          </p:cNvPr>
          <p:cNvSpPr/>
          <p:nvPr userDrawn="1"/>
        </p:nvSpPr>
        <p:spPr>
          <a:xfrm>
            <a:off x="3604083" y="-509688"/>
            <a:ext cx="360000" cy="39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833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360000" indent="-360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72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36000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SzPct val="25000"/>
        <a:buFont typeface="Calibri" panose="020F0502020204030204" pitchFamily="34" charset="0"/>
        <a:buChar char="'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68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47D89F43-336B-36FA-DADD-27D6A8E25C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30F03093-F12F-73C8-3EFD-FFAFCE8AE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B4BF9FAC-FCDE-F682-BE9B-6E70F0F382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893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5">
            <a:extLst>
              <a:ext uri="{FF2B5EF4-FFF2-40B4-BE49-F238E27FC236}">
                <a16:creationId xmlns:a16="http://schemas.microsoft.com/office/drawing/2014/main" id="{59E4986C-DDDA-2A44-F8EC-DF2649CAD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DC3B7-2271-443B-9F4E-280FAD8D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0361" y="6109428"/>
            <a:ext cx="378000" cy="378000"/>
          </a:xfrm>
        </p:spPr>
        <p:txBody>
          <a:bodyPr/>
          <a:lstStyle/>
          <a:p>
            <a:fld id="{DAA6DEC3-599F-4BBC-AE15-4CE7C5ED35A0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34B139AB-ED2E-0791-1078-5C5DBAE1B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5C2DC5AD-AB43-5A93-0446-86666C271A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8473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DDA465B2-EBD2-CEDC-1223-6FBA346236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36A56312-4C47-7FFF-387C-633094897C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6FFEA72E-9467-9763-6F63-06AB197E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AAB2271-6D65-2CEA-7ADB-B04253D2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0361" y="6109428"/>
            <a:ext cx="378000" cy="378000"/>
          </a:xfrm>
        </p:spPr>
        <p:txBody>
          <a:bodyPr/>
          <a:lstStyle/>
          <a:p>
            <a:fld id="{3CB85E5D-8611-4DC1-B375-AD1E4C05477C}" type="slidenum">
              <a:rPr lang="nl-NL" smtClean="0"/>
              <a:pPr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9171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3205271-4C5C-5EE3-8B09-4EEBBB32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0361" y="6109428"/>
            <a:ext cx="378000" cy="378000"/>
          </a:xfrm>
        </p:spPr>
        <p:txBody>
          <a:bodyPr/>
          <a:lstStyle/>
          <a:p>
            <a:fld id="{3CB85E5D-8611-4DC1-B375-AD1E4C05477C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18" name="Tijdelijke aanduiding voor media 17">
            <a:extLst>
              <a:ext uri="{FF2B5EF4-FFF2-40B4-BE49-F238E27FC236}">
                <a16:creationId xmlns:a16="http://schemas.microsoft.com/office/drawing/2014/main" id="{50CBE114-FE2F-48C8-DAF8-F82636C4DD38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9570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F0CCC1FF-525C-CD9A-388A-EC9B9787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65AC7270-BE8B-5E73-57DC-C920F267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0361" y="6109428"/>
            <a:ext cx="378000" cy="378000"/>
          </a:xfrm>
        </p:spPr>
        <p:txBody>
          <a:bodyPr/>
          <a:lstStyle/>
          <a:p>
            <a:fld id="{3CB85E5D-8611-4DC1-B375-AD1E4C05477C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7199816B-106F-C549-39E9-962740748F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54FD6365-C72B-C037-4F61-36FBA456EF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378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43A8E817-22F2-A557-4B68-6DA25911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0D2F70E-9ED0-6C3E-AC83-4CF3FBA5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0361" y="6109428"/>
            <a:ext cx="378000" cy="378000"/>
          </a:xfrm>
        </p:spPr>
        <p:txBody>
          <a:bodyPr/>
          <a:lstStyle/>
          <a:p>
            <a:fld id="{3CB85E5D-8611-4DC1-B375-AD1E4C05477C}" type="slidenum">
              <a:rPr lang="nl-NL" smtClean="0"/>
              <a:pPr/>
              <a:t>7</a:t>
            </a:fld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CC6049F0-3A2A-8BF0-2D0B-68239C7682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E5F5F7EE-6D7D-19A5-A7B4-9F0239BF3A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1197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B60F20AF-EC50-4D08-BEC7-C07125706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8DD2C28-92D1-AB20-C786-B7749AE8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0361" y="6109428"/>
            <a:ext cx="378000" cy="378000"/>
          </a:xfrm>
        </p:spPr>
        <p:txBody>
          <a:bodyPr/>
          <a:lstStyle/>
          <a:p>
            <a:fld id="{3CB85E5D-8611-4DC1-B375-AD1E4C05477C}" type="slidenum">
              <a:rPr lang="nl-NL" smtClean="0"/>
              <a:pPr/>
              <a:t>8</a:t>
            </a:fld>
            <a:endParaRPr lang="nl-NL" dirty="0"/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B785A3D1-B5D2-1F45-DA24-E6D0EA81FC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31494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7E93123-B44D-924C-6C38-8F5A9BBA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0361" y="6109428"/>
            <a:ext cx="378000" cy="378000"/>
          </a:xfrm>
        </p:spPr>
        <p:txBody>
          <a:bodyPr/>
          <a:lstStyle/>
          <a:p>
            <a:fld id="{3CB85E5D-8611-4DC1-B375-AD1E4C05477C}" type="slidenum">
              <a:rPr lang="nl-NL" smtClean="0"/>
              <a:pPr/>
              <a:t>9</a:t>
            </a:fld>
            <a:endParaRPr lang="nl-NL" dirty="0"/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DE50C843-B578-57A8-64CF-A4EA5F716E7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AD1DDFD-59D1-3BE5-6C9D-8F97E677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152460BE-BE1E-ED01-CA34-D4CA7BFB0F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6247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CA713ADF-FDB5-B0A7-B5C9-49AFFAFD2D0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7DA086CD-8B37-1833-DCB1-DDDDE024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381D0CAC-A30D-53E9-52FD-85D4B3B1AE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4516509"/>
      </p:ext>
    </p:extLst>
  </p:cSld>
  <p:clrMapOvr>
    <a:masterClrMapping/>
  </p:clrMapOvr>
</p:sld>
</file>

<file path=ppt/theme/theme1.xml><?xml version="1.0" encoding="utf-8"?>
<a:theme xmlns:a="http://schemas.openxmlformats.org/drawingml/2006/main" name="Citadel">
  <a:themeElements>
    <a:clrScheme name="_Citadel">
      <a:dk1>
        <a:srgbClr val="3C3C3C"/>
      </a:dk1>
      <a:lt1>
        <a:sysClr val="window" lastClr="FFFFFF"/>
      </a:lt1>
      <a:dk2>
        <a:srgbClr val="44546A"/>
      </a:dk2>
      <a:lt2>
        <a:srgbClr val="DED4BA"/>
      </a:lt2>
      <a:accent1>
        <a:srgbClr val="E51C73"/>
      </a:accent1>
      <a:accent2>
        <a:srgbClr val="662482"/>
      </a:accent2>
      <a:accent3>
        <a:srgbClr val="DED4BA"/>
      </a:accent3>
      <a:accent4>
        <a:srgbClr val="F7B033"/>
      </a:accent4>
      <a:accent5>
        <a:srgbClr val="63C2C7"/>
      </a:accent5>
      <a:accent6>
        <a:srgbClr val="FFDE00"/>
      </a:accent6>
      <a:hlink>
        <a:srgbClr val="0075BA"/>
      </a:hlink>
      <a:folHlink>
        <a:srgbClr val="44546A"/>
      </a:folHlink>
    </a:clrScheme>
    <a:fontScheme name="_Citadel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dadel_PowerPoint NL.potx" id="{11E876C7-9A73-4375-A565-F0910E62D302}" vid="{C0BAC8CF-8CFC-459B-994B-7C15E49EBC51}"/>
    </a:ext>
  </a:extLst>
</a:theme>
</file>

<file path=ppt/theme/theme2.xml><?xml version="1.0" encoding="utf-8"?>
<a:theme xmlns:a="http://schemas.openxmlformats.org/drawingml/2006/main" name="Tip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dadel_PowerPoint NL.potx" id="{11E876C7-9A73-4375-A565-F0910E62D302}" vid="{45379381-556F-463A-B8A6-0F4BC2CE2F95}"/>
    </a:ext>
  </a:extLst>
</a:theme>
</file>

<file path=ppt/theme/theme3.xml><?xml version="1.0" encoding="utf-8"?>
<a:theme xmlns:a="http://schemas.openxmlformats.org/drawingml/2006/main" name="Kantoorthema">
  <a:themeElements>
    <a:clrScheme name="_Citadel">
      <a:dk1>
        <a:srgbClr val="3C3C3C"/>
      </a:dk1>
      <a:lt1>
        <a:sysClr val="window" lastClr="FFFFFF"/>
      </a:lt1>
      <a:dk2>
        <a:srgbClr val="44546A"/>
      </a:dk2>
      <a:lt2>
        <a:srgbClr val="DED4BA"/>
      </a:lt2>
      <a:accent1>
        <a:srgbClr val="E51C73"/>
      </a:accent1>
      <a:accent2>
        <a:srgbClr val="662482"/>
      </a:accent2>
      <a:accent3>
        <a:srgbClr val="DED4BA"/>
      </a:accent3>
      <a:accent4>
        <a:srgbClr val="F7B033"/>
      </a:accent4>
      <a:accent5>
        <a:srgbClr val="63C2C7"/>
      </a:accent5>
      <a:accent6>
        <a:srgbClr val="FFDE00"/>
      </a:accent6>
      <a:hlink>
        <a:srgbClr val="0075BA"/>
      </a:hlink>
      <a:folHlink>
        <a:srgbClr val="44546A"/>
      </a:folHlink>
    </a:clrScheme>
    <a:fontScheme name="_Citadel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_Citadel">
      <a:dk1>
        <a:srgbClr val="3C3C3C"/>
      </a:dk1>
      <a:lt1>
        <a:sysClr val="window" lastClr="FFFFFF"/>
      </a:lt1>
      <a:dk2>
        <a:srgbClr val="44546A"/>
      </a:dk2>
      <a:lt2>
        <a:srgbClr val="DED4BA"/>
      </a:lt2>
      <a:accent1>
        <a:srgbClr val="E51C73"/>
      </a:accent1>
      <a:accent2>
        <a:srgbClr val="662482"/>
      </a:accent2>
      <a:accent3>
        <a:srgbClr val="DED4BA"/>
      </a:accent3>
      <a:accent4>
        <a:srgbClr val="F7B033"/>
      </a:accent4>
      <a:accent5>
        <a:srgbClr val="63C2C7"/>
      </a:accent5>
      <a:accent6>
        <a:srgbClr val="FFDE00"/>
      </a:accent6>
      <a:hlink>
        <a:srgbClr val="0075BA"/>
      </a:hlink>
      <a:folHlink>
        <a:srgbClr val="44546A"/>
      </a:folHlink>
    </a:clrScheme>
    <a:fontScheme name="_Citadel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3bbe4df-5719-4266-bf62-61601181be0b">
      <Terms xmlns="http://schemas.microsoft.com/office/infopath/2007/PartnerControls"/>
    </lcf76f155ced4ddcb4097134ff3c332f>
    <TaxCatchAll xmlns="c3e4d4a0-0e13-44dc-92b0-eab4b1c28aa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108AF6FF731B45BEF0985C987E9FCC" ma:contentTypeVersion="14" ma:contentTypeDescription="Een nieuw document maken." ma:contentTypeScope="" ma:versionID="b048482edcb291beb0db4634128e9516">
  <xsd:schema xmlns:xsd="http://www.w3.org/2001/XMLSchema" xmlns:xs="http://www.w3.org/2001/XMLSchema" xmlns:p="http://schemas.microsoft.com/office/2006/metadata/properties" xmlns:ns2="33bbe4df-5719-4266-bf62-61601181be0b" xmlns:ns3="c3e4d4a0-0e13-44dc-92b0-eab4b1c28aa1" targetNamespace="http://schemas.microsoft.com/office/2006/metadata/properties" ma:root="true" ma:fieldsID="1eded4bf8c071908b437094551a6a37a" ns2:_="" ns3:_="">
    <xsd:import namespace="33bbe4df-5719-4266-bf62-61601181be0b"/>
    <xsd:import namespace="c3e4d4a0-0e13-44dc-92b0-eab4b1c28a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bbe4df-5719-4266-bf62-61601181be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Afbeeldingtags" ma:readOnly="false" ma:fieldId="{5cf76f15-5ced-4ddc-b409-7134ff3c332f}" ma:taxonomyMulti="true" ma:sspId="041dc165-d112-4836-9b6c-011493290d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e4d4a0-0e13-44dc-92b0-eab4b1c28aa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22a99c62-f28e-4208-a845-92c02a6693f3}" ma:internalName="TaxCatchAll" ma:showField="CatchAllData" ma:web="c3e4d4a0-0e13-44dc-92b0-eab4b1c28a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5463C0-AC5B-4A8B-93F8-7CD3FE8111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DD962F-FDD8-426D-8FCF-0EE78BBC9E6A}">
  <ds:schemaRefs>
    <ds:schemaRef ds:uri="http://purl.org/dc/terms/"/>
    <ds:schemaRef ds:uri="23c7a637-5bd3-4202-aa87-26309051a924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bd1a4e06-d6a3-4a4c-bcd6-78c14bfe3200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74DB82F-27E5-4655-B92E-BD484BB0FEB7}"/>
</file>

<file path=docProps/app.xml><?xml version="1.0" encoding="utf-8"?>
<Properties xmlns="http://schemas.openxmlformats.org/officeDocument/2006/extended-properties" xmlns:vt="http://schemas.openxmlformats.org/officeDocument/2006/docPropsVTypes">
  <Template>Citadel_PowerPoint NL</Template>
  <TotalTime>2</TotalTime>
  <Words>7</Words>
  <Application>Microsoft Office PowerPoint</Application>
  <PresentationFormat>Breedbeeld</PresentationFormat>
  <Paragraphs>7</Paragraphs>
  <Slides>10</Slides>
  <Notes>0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Citadel</vt:lpstr>
      <vt:lpstr>Tips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Jenny Mensink</dc:creator>
  <cp:lastModifiedBy>Jenny Mensink</cp:lastModifiedBy>
  <cp:revision>1</cp:revision>
  <dcterms:created xsi:type="dcterms:W3CDTF">2026-04-09T08:27:26Z</dcterms:created>
  <dcterms:modified xsi:type="dcterms:W3CDTF">2026-04-09T08:29:29Z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0x01010072108AF6FF731B45BEF0985C987E9FCC</vt:lpwstr>
  </property>
</Properties>
</file>